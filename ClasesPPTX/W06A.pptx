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374D679-F861-4BD5-9A8F-E77A9423A94D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EA07B08-8AF9-458C-A0EE-EF42A6DE1877}">
      <dgm:prSet/>
      <dgm:spPr/>
      <dgm:t>
        <a:bodyPr/>
        <a:lstStyle/>
        <a:p>
          <a:r>
            <a:rPr lang="es-CO" b="1"/>
            <a:t>Notebooks:</a:t>
          </a:r>
          <a:r>
            <a:rPr lang="es-CO"/>
            <a:t> orden de celdas, variables, estado oculto</a:t>
          </a:r>
          <a:endParaRPr lang="en-US"/>
        </a:p>
      </dgm:t>
    </dgm:pt>
    <dgm:pt modelId="{40849448-7393-4906-A8A8-68B4A9C4CD00}" type="parTrans" cxnId="{7B6D2B6E-B1E0-4A87-9457-36B17FD80512}">
      <dgm:prSet/>
      <dgm:spPr/>
      <dgm:t>
        <a:bodyPr/>
        <a:lstStyle/>
        <a:p>
          <a:endParaRPr lang="en-US"/>
        </a:p>
      </dgm:t>
    </dgm:pt>
    <dgm:pt modelId="{D2CD3778-FA49-4549-AE6A-2E3FA070F869}" type="sibTrans" cxnId="{7B6D2B6E-B1E0-4A87-9457-36B17FD80512}">
      <dgm:prSet/>
      <dgm:spPr/>
      <dgm:t>
        <a:bodyPr/>
        <a:lstStyle/>
        <a:p>
          <a:endParaRPr lang="en-US"/>
        </a:p>
      </dgm:t>
    </dgm:pt>
    <dgm:pt modelId="{6E3CE544-2810-4DDF-96B0-4B87A9333E91}">
      <dgm:prSet/>
      <dgm:spPr/>
      <dgm:t>
        <a:bodyPr/>
        <a:lstStyle/>
        <a:p>
          <a:r>
            <a:rPr lang="es-CO" b="1"/>
            <a:t>Resultado:</a:t>
          </a:r>
          <a:r>
            <a:rPr lang="es-CO"/>
            <a:t> “a mí me funciona” / “a ti no”</a:t>
          </a:r>
          <a:endParaRPr lang="en-US"/>
        </a:p>
      </dgm:t>
    </dgm:pt>
    <dgm:pt modelId="{1C3CA7FD-7C92-4C2C-832E-2DB8A7514742}" type="parTrans" cxnId="{9FC96A9A-3C7F-4549-A87D-35F8E9A7DE0C}">
      <dgm:prSet/>
      <dgm:spPr/>
      <dgm:t>
        <a:bodyPr/>
        <a:lstStyle/>
        <a:p>
          <a:endParaRPr lang="en-US"/>
        </a:p>
      </dgm:t>
    </dgm:pt>
    <dgm:pt modelId="{047D37FA-CA1C-4809-94F3-C2E07C62E356}" type="sibTrans" cxnId="{9FC96A9A-3C7F-4549-A87D-35F8E9A7DE0C}">
      <dgm:prSet/>
      <dgm:spPr/>
      <dgm:t>
        <a:bodyPr/>
        <a:lstStyle/>
        <a:p>
          <a:endParaRPr lang="en-US"/>
        </a:p>
      </dgm:t>
    </dgm:pt>
    <dgm:pt modelId="{8794DDC7-93C7-43AC-980E-C23ABDF00ED7}">
      <dgm:prSet/>
      <dgm:spPr/>
      <dgm:t>
        <a:bodyPr/>
        <a:lstStyle/>
        <a:p>
          <a:r>
            <a:rPr lang="es-CO" b="1"/>
            <a:t>Pipeline:</a:t>
          </a:r>
          <a:r>
            <a:rPr lang="es-CO"/>
            <a:t> pasos explícitos, logs, outputs, evidencia</a:t>
          </a:r>
          <a:endParaRPr lang="en-US"/>
        </a:p>
      </dgm:t>
    </dgm:pt>
    <dgm:pt modelId="{42CC4DAE-D983-48F7-8770-1342042BFB80}" type="parTrans" cxnId="{4F450805-EA53-432B-AABC-49BFADC0F799}">
      <dgm:prSet/>
      <dgm:spPr/>
      <dgm:t>
        <a:bodyPr/>
        <a:lstStyle/>
        <a:p>
          <a:endParaRPr lang="en-US"/>
        </a:p>
      </dgm:t>
    </dgm:pt>
    <dgm:pt modelId="{90E8B691-DEB8-45DF-84D5-109260808A94}" type="sibTrans" cxnId="{4F450805-EA53-432B-AABC-49BFADC0F799}">
      <dgm:prSet/>
      <dgm:spPr/>
      <dgm:t>
        <a:bodyPr/>
        <a:lstStyle/>
        <a:p>
          <a:endParaRPr lang="en-US"/>
        </a:p>
      </dgm:t>
    </dgm:pt>
    <dgm:pt modelId="{3E45D9CA-FD6D-4BD2-B8AA-21F4A20D0B3D}">
      <dgm:prSet/>
      <dgm:spPr/>
      <dgm:t>
        <a:bodyPr/>
        <a:lstStyle/>
        <a:p>
          <a:r>
            <a:rPr lang="es-CO"/>
            <a:t>Si mañana cambian el CSV o el DB, ¿cómo lo corro otra vez sin adivinar el orden?</a:t>
          </a:r>
          <a:endParaRPr lang="en-US"/>
        </a:p>
      </dgm:t>
    </dgm:pt>
    <dgm:pt modelId="{9FF2DC1E-865A-4E63-99C5-4FCED2B84A2B}" type="parTrans" cxnId="{A56E053D-602D-454B-9C2E-9E8F41F47EF2}">
      <dgm:prSet/>
      <dgm:spPr/>
      <dgm:t>
        <a:bodyPr/>
        <a:lstStyle/>
        <a:p>
          <a:endParaRPr lang="en-US"/>
        </a:p>
      </dgm:t>
    </dgm:pt>
    <dgm:pt modelId="{D2E68FF4-84CA-4B71-89C0-08970C24BD64}" type="sibTrans" cxnId="{A56E053D-602D-454B-9C2E-9E8F41F47EF2}">
      <dgm:prSet/>
      <dgm:spPr/>
      <dgm:t>
        <a:bodyPr/>
        <a:lstStyle/>
        <a:p>
          <a:endParaRPr lang="en-US"/>
        </a:p>
      </dgm:t>
    </dgm:pt>
    <dgm:pt modelId="{5283C0A7-E2B2-4C46-9671-3CFE86DFB0DE}" type="pres">
      <dgm:prSet presAssocID="{6374D679-F861-4BD5-9A8F-E77A9423A94D}" presName="vert0" presStyleCnt="0">
        <dgm:presLayoutVars>
          <dgm:dir/>
          <dgm:animOne val="branch"/>
          <dgm:animLvl val="lvl"/>
        </dgm:presLayoutVars>
      </dgm:prSet>
      <dgm:spPr/>
    </dgm:pt>
    <dgm:pt modelId="{E0F840D6-C0A8-4042-8FE2-716DE69BD941}" type="pres">
      <dgm:prSet presAssocID="{5EA07B08-8AF9-458C-A0EE-EF42A6DE1877}" presName="thickLine" presStyleLbl="alignNode1" presStyleIdx="0" presStyleCnt="4"/>
      <dgm:spPr/>
    </dgm:pt>
    <dgm:pt modelId="{5D61BDC4-FD65-4892-A918-CA2C6BE76E99}" type="pres">
      <dgm:prSet presAssocID="{5EA07B08-8AF9-458C-A0EE-EF42A6DE1877}" presName="horz1" presStyleCnt="0"/>
      <dgm:spPr/>
    </dgm:pt>
    <dgm:pt modelId="{820422F5-06D4-4A41-8F0F-24DBBFC22D19}" type="pres">
      <dgm:prSet presAssocID="{5EA07B08-8AF9-458C-A0EE-EF42A6DE1877}" presName="tx1" presStyleLbl="revTx" presStyleIdx="0" presStyleCnt="4"/>
      <dgm:spPr/>
    </dgm:pt>
    <dgm:pt modelId="{CB0E027A-D9B3-427C-A773-77E30CFAD3B3}" type="pres">
      <dgm:prSet presAssocID="{5EA07B08-8AF9-458C-A0EE-EF42A6DE1877}" presName="vert1" presStyleCnt="0"/>
      <dgm:spPr/>
    </dgm:pt>
    <dgm:pt modelId="{EAE18621-EAC2-41B8-BB2A-663426A4F91A}" type="pres">
      <dgm:prSet presAssocID="{6E3CE544-2810-4DDF-96B0-4B87A9333E91}" presName="thickLine" presStyleLbl="alignNode1" presStyleIdx="1" presStyleCnt="4"/>
      <dgm:spPr/>
    </dgm:pt>
    <dgm:pt modelId="{6E666D73-270B-4C8C-9240-32F52D97D0D8}" type="pres">
      <dgm:prSet presAssocID="{6E3CE544-2810-4DDF-96B0-4B87A9333E91}" presName="horz1" presStyleCnt="0"/>
      <dgm:spPr/>
    </dgm:pt>
    <dgm:pt modelId="{C92A497E-CAD7-4AEE-B46C-130D766698B5}" type="pres">
      <dgm:prSet presAssocID="{6E3CE544-2810-4DDF-96B0-4B87A9333E91}" presName="tx1" presStyleLbl="revTx" presStyleIdx="1" presStyleCnt="4"/>
      <dgm:spPr/>
    </dgm:pt>
    <dgm:pt modelId="{31AA52C4-C6FB-44B3-A5BA-D49FE6DAC698}" type="pres">
      <dgm:prSet presAssocID="{6E3CE544-2810-4DDF-96B0-4B87A9333E91}" presName="vert1" presStyleCnt="0"/>
      <dgm:spPr/>
    </dgm:pt>
    <dgm:pt modelId="{4EF51093-9423-4000-A991-C3B0F7C05B92}" type="pres">
      <dgm:prSet presAssocID="{8794DDC7-93C7-43AC-980E-C23ABDF00ED7}" presName="thickLine" presStyleLbl="alignNode1" presStyleIdx="2" presStyleCnt="4"/>
      <dgm:spPr/>
    </dgm:pt>
    <dgm:pt modelId="{5B647FB6-193D-4C8C-926D-4B585F642ED7}" type="pres">
      <dgm:prSet presAssocID="{8794DDC7-93C7-43AC-980E-C23ABDF00ED7}" presName="horz1" presStyleCnt="0"/>
      <dgm:spPr/>
    </dgm:pt>
    <dgm:pt modelId="{754BC398-3CEF-4B2C-977D-945B3695A487}" type="pres">
      <dgm:prSet presAssocID="{8794DDC7-93C7-43AC-980E-C23ABDF00ED7}" presName="tx1" presStyleLbl="revTx" presStyleIdx="2" presStyleCnt="4"/>
      <dgm:spPr/>
    </dgm:pt>
    <dgm:pt modelId="{17A03FD7-AABD-46F5-94E8-B154FC749AAF}" type="pres">
      <dgm:prSet presAssocID="{8794DDC7-93C7-43AC-980E-C23ABDF00ED7}" presName="vert1" presStyleCnt="0"/>
      <dgm:spPr/>
    </dgm:pt>
    <dgm:pt modelId="{36393493-A637-4EFC-95A8-529E4EAB9E1D}" type="pres">
      <dgm:prSet presAssocID="{3E45D9CA-FD6D-4BD2-B8AA-21F4A20D0B3D}" presName="thickLine" presStyleLbl="alignNode1" presStyleIdx="3" presStyleCnt="4"/>
      <dgm:spPr/>
    </dgm:pt>
    <dgm:pt modelId="{748BC4EC-AE2B-4E7A-808C-015397B20BFD}" type="pres">
      <dgm:prSet presAssocID="{3E45D9CA-FD6D-4BD2-B8AA-21F4A20D0B3D}" presName="horz1" presStyleCnt="0"/>
      <dgm:spPr/>
    </dgm:pt>
    <dgm:pt modelId="{3F1E628B-932D-4366-9D42-C65537C619F0}" type="pres">
      <dgm:prSet presAssocID="{3E45D9CA-FD6D-4BD2-B8AA-21F4A20D0B3D}" presName="tx1" presStyleLbl="revTx" presStyleIdx="3" presStyleCnt="4"/>
      <dgm:spPr/>
    </dgm:pt>
    <dgm:pt modelId="{7A3C4767-A990-448F-B456-B60D53A9139B}" type="pres">
      <dgm:prSet presAssocID="{3E45D9CA-FD6D-4BD2-B8AA-21F4A20D0B3D}" presName="vert1" presStyleCnt="0"/>
      <dgm:spPr/>
    </dgm:pt>
  </dgm:ptLst>
  <dgm:cxnLst>
    <dgm:cxn modelId="{4F450805-EA53-432B-AABC-49BFADC0F799}" srcId="{6374D679-F861-4BD5-9A8F-E77A9423A94D}" destId="{8794DDC7-93C7-43AC-980E-C23ABDF00ED7}" srcOrd="2" destOrd="0" parTransId="{42CC4DAE-D983-48F7-8770-1342042BFB80}" sibTransId="{90E8B691-DEB8-45DF-84D5-109260808A94}"/>
    <dgm:cxn modelId="{A56E053D-602D-454B-9C2E-9E8F41F47EF2}" srcId="{6374D679-F861-4BD5-9A8F-E77A9423A94D}" destId="{3E45D9CA-FD6D-4BD2-B8AA-21F4A20D0B3D}" srcOrd="3" destOrd="0" parTransId="{9FF2DC1E-865A-4E63-99C5-4FCED2B84A2B}" sibTransId="{D2E68FF4-84CA-4B71-89C0-08970C24BD64}"/>
    <dgm:cxn modelId="{75B81165-A58D-40EA-844E-9B7E64472989}" type="presOf" srcId="{3E45D9CA-FD6D-4BD2-B8AA-21F4A20D0B3D}" destId="{3F1E628B-932D-4366-9D42-C65537C619F0}" srcOrd="0" destOrd="0" presId="urn:microsoft.com/office/officeart/2008/layout/LinedList"/>
    <dgm:cxn modelId="{CC41A965-4296-40E6-B5F9-4CAEB610D9A6}" type="presOf" srcId="{5EA07B08-8AF9-458C-A0EE-EF42A6DE1877}" destId="{820422F5-06D4-4A41-8F0F-24DBBFC22D19}" srcOrd="0" destOrd="0" presId="urn:microsoft.com/office/officeart/2008/layout/LinedList"/>
    <dgm:cxn modelId="{7B6D2B6E-B1E0-4A87-9457-36B17FD80512}" srcId="{6374D679-F861-4BD5-9A8F-E77A9423A94D}" destId="{5EA07B08-8AF9-458C-A0EE-EF42A6DE1877}" srcOrd="0" destOrd="0" parTransId="{40849448-7393-4906-A8A8-68B4A9C4CD00}" sibTransId="{D2CD3778-FA49-4549-AE6A-2E3FA070F869}"/>
    <dgm:cxn modelId="{D7585A53-BFE2-47A9-AD95-C7B9AAF1BD38}" type="presOf" srcId="{8794DDC7-93C7-43AC-980E-C23ABDF00ED7}" destId="{754BC398-3CEF-4B2C-977D-945B3695A487}" srcOrd="0" destOrd="0" presId="urn:microsoft.com/office/officeart/2008/layout/LinedList"/>
    <dgm:cxn modelId="{7A5C1F7C-4FFE-4CBC-87C3-6CF1D882319D}" type="presOf" srcId="{6374D679-F861-4BD5-9A8F-E77A9423A94D}" destId="{5283C0A7-E2B2-4C46-9671-3CFE86DFB0DE}" srcOrd="0" destOrd="0" presId="urn:microsoft.com/office/officeart/2008/layout/LinedList"/>
    <dgm:cxn modelId="{0658A297-5012-420F-9423-3C68C4707B56}" type="presOf" srcId="{6E3CE544-2810-4DDF-96B0-4B87A9333E91}" destId="{C92A497E-CAD7-4AEE-B46C-130D766698B5}" srcOrd="0" destOrd="0" presId="urn:microsoft.com/office/officeart/2008/layout/LinedList"/>
    <dgm:cxn modelId="{9FC96A9A-3C7F-4549-A87D-35F8E9A7DE0C}" srcId="{6374D679-F861-4BD5-9A8F-E77A9423A94D}" destId="{6E3CE544-2810-4DDF-96B0-4B87A9333E91}" srcOrd="1" destOrd="0" parTransId="{1C3CA7FD-7C92-4C2C-832E-2DB8A7514742}" sibTransId="{047D37FA-CA1C-4809-94F3-C2E07C62E356}"/>
    <dgm:cxn modelId="{64C2B38E-62B1-4553-B488-DC85688B83BE}" type="presParOf" srcId="{5283C0A7-E2B2-4C46-9671-3CFE86DFB0DE}" destId="{E0F840D6-C0A8-4042-8FE2-716DE69BD941}" srcOrd="0" destOrd="0" presId="urn:microsoft.com/office/officeart/2008/layout/LinedList"/>
    <dgm:cxn modelId="{9FE486B1-DDE8-4F30-B85C-9C2F221E7FB8}" type="presParOf" srcId="{5283C0A7-E2B2-4C46-9671-3CFE86DFB0DE}" destId="{5D61BDC4-FD65-4892-A918-CA2C6BE76E99}" srcOrd="1" destOrd="0" presId="urn:microsoft.com/office/officeart/2008/layout/LinedList"/>
    <dgm:cxn modelId="{8215CA42-A085-4455-B2A2-BB73624AC425}" type="presParOf" srcId="{5D61BDC4-FD65-4892-A918-CA2C6BE76E99}" destId="{820422F5-06D4-4A41-8F0F-24DBBFC22D19}" srcOrd="0" destOrd="0" presId="urn:microsoft.com/office/officeart/2008/layout/LinedList"/>
    <dgm:cxn modelId="{7E1B0F16-42F1-4D2B-81A0-67D2F384AB6E}" type="presParOf" srcId="{5D61BDC4-FD65-4892-A918-CA2C6BE76E99}" destId="{CB0E027A-D9B3-427C-A773-77E30CFAD3B3}" srcOrd="1" destOrd="0" presId="urn:microsoft.com/office/officeart/2008/layout/LinedList"/>
    <dgm:cxn modelId="{908E60E1-EBB5-443A-B566-5729DA46046E}" type="presParOf" srcId="{5283C0A7-E2B2-4C46-9671-3CFE86DFB0DE}" destId="{EAE18621-EAC2-41B8-BB2A-663426A4F91A}" srcOrd="2" destOrd="0" presId="urn:microsoft.com/office/officeart/2008/layout/LinedList"/>
    <dgm:cxn modelId="{00B052C1-070A-4A0B-8E61-47895B11A12C}" type="presParOf" srcId="{5283C0A7-E2B2-4C46-9671-3CFE86DFB0DE}" destId="{6E666D73-270B-4C8C-9240-32F52D97D0D8}" srcOrd="3" destOrd="0" presId="urn:microsoft.com/office/officeart/2008/layout/LinedList"/>
    <dgm:cxn modelId="{912EF516-226D-4C97-8489-5AC15207B489}" type="presParOf" srcId="{6E666D73-270B-4C8C-9240-32F52D97D0D8}" destId="{C92A497E-CAD7-4AEE-B46C-130D766698B5}" srcOrd="0" destOrd="0" presId="urn:microsoft.com/office/officeart/2008/layout/LinedList"/>
    <dgm:cxn modelId="{0760AFEB-F305-43ED-AA16-AC8934BC98E2}" type="presParOf" srcId="{6E666D73-270B-4C8C-9240-32F52D97D0D8}" destId="{31AA52C4-C6FB-44B3-A5BA-D49FE6DAC698}" srcOrd="1" destOrd="0" presId="urn:microsoft.com/office/officeart/2008/layout/LinedList"/>
    <dgm:cxn modelId="{D4DC45A8-0F16-4BF3-91D5-010D266B52C4}" type="presParOf" srcId="{5283C0A7-E2B2-4C46-9671-3CFE86DFB0DE}" destId="{4EF51093-9423-4000-A991-C3B0F7C05B92}" srcOrd="4" destOrd="0" presId="urn:microsoft.com/office/officeart/2008/layout/LinedList"/>
    <dgm:cxn modelId="{8C943090-5CC7-443B-A8CC-6D7C5C8FD61E}" type="presParOf" srcId="{5283C0A7-E2B2-4C46-9671-3CFE86DFB0DE}" destId="{5B647FB6-193D-4C8C-926D-4B585F642ED7}" srcOrd="5" destOrd="0" presId="urn:microsoft.com/office/officeart/2008/layout/LinedList"/>
    <dgm:cxn modelId="{6E87F7B9-F0F4-42E3-AA78-44D5FC815ACE}" type="presParOf" srcId="{5B647FB6-193D-4C8C-926D-4B585F642ED7}" destId="{754BC398-3CEF-4B2C-977D-945B3695A487}" srcOrd="0" destOrd="0" presId="urn:microsoft.com/office/officeart/2008/layout/LinedList"/>
    <dgm:cxn modelId="{9DE4C1BD-F2E9-4EC5-99FC-D427BFBC2BA3}" type="presParOf" srcId="{5B647FB6-193D-4C8C-926D-4B585F642ED7}" destId="{17A03FD7-AABD-46F5-94E8-B154FC749AAF}" srcOrd="1" destOrd="0" presId="urn:microsoft.com/office/officeart/2008/layout/LinedList"/>
    <dgm:cxn modelId="{09D9E568-F01C-4F28-9407-BCC137F6C74D}" type="presParOf" srcId="{5283C0A7-E2B2-4C46-9671-3CFE86DFB0DE}" destId="{36393493-A637-4EFC-95A8-529E4EAB9E1D}" srcOrd="6" destOrd="0" presId="urn:microsoft.com/office/officeart/2008/layout/LinedList"/>
    <dgm:cxn modelId="{E3AF2292-3D80-4F15-802C-4FB295A010D5}" type="presParOf" srcId="{5283C0A7-E2B2-4C46-9671-3CFE86DFB0DE}" destId="{748BC4EC-AE2B-4E7A-808C-015397B20BFD}" srcOrd="7" destOrd="0" presId="urn:microsoft.com/office/officeart/2008/layout/LinedList"/>
    <dgm:cxn modelId="{5298EEC5-541D-498A-B682-D5D2579D7CEB}" type="presParOf" srcId="{748BC4EC-AE2B-4E7A-808C-015397B20BFD}" destId="{3F1E628B-932D-4366-9D42-C65537C619F0}" srcOrd="0" destOrd="0" presId="urn:microsoft.com/office/officeart/2008/layout/LinedList"/>
    <dgm:cxn modelId="{6853C92A-52D1-4603-87B9-AB2D72271462}" type="presParOf" srcId="{748BC4EC-AE2B-4E7A-808C-015397B20BFD}" destId="{7A3C4767-A990-448F-B456-B60D53A9139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E8BAD74-7DEE-42FD-9DB2-965C344B7CA9}" type="doc">
      <dgm:prSet loTypeId="urn:microsoft.com/office/officeart/2005/8/layout/hProcess11" loCatId="process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s-CO"/>
        </a:p>
      </dgm:t>
    </dgm:pt>
    <dgm:pt modelId="{AA8EB213-1494-45CF-B629-693E4B1E962A}">
      <dgm:prSet phldrT="[Texto]"/>
      <dgm:spPr/>
      <dgm:t>
        <a:bodyPr/>
        <a:lstStyle/>
        <a:p>
          <a:r>
            <a:rPr lang="es-CO" b="1"/>
            <a:t>RAW view</a:t>
          </a:r>
          <a:r>
            <a:rPr lang="es-CO"/>
            <a:t> </a:t>
          </a:r>
          <a:endParaRPr lang="es-CO" dirty="0"/>
        </a:p>
      </dgm:t>
    </dgm:pt>
    <dgm:pt modelId="{5A8CC0F1-E06A-4DA9-8F7E-EA4671A34F13}" type="parTrans" cxnId="{4D661C81-A600-4A86-AF06-B2D649464129}">
      <dgm:prSet/>
      <dgm:spPr/>
      <dgm:t>
        <a:bodyPr/>
        <a:lstStyle/>
        <a:p>
          <a:endParaRPr lang="es-CO"/>
        </a:p>
      </dgm:t>
    </dgm:pt>
    <dgm:pt modelId="{A0204F43-B2C8-4491-B11A-A0A5855D4AEB}" type="sibTrans" cxnId="{4D661C81-A600-4A86-AF06-B2D649464129}">
      <dgm:prSet/>
      <dgm:spPr/>
      <dgm:t>
        <a:bodyPr/>
        <a:lstStyle/>
        <a:p>
          <a:endParaRPr lang="es-CO"/>
        </a:p>
      </dgm:t>
    </dgm:pt>
    <dgm:pt modelId="{5066563B-009E-4A6F-A13E-500819F3B84C}">
      <dgm:prSet phldrT="[Texto]" phldr="0"/>
      <dgm:spPr/>
      <dgm:t>
        <a:bodyPr/>
        <a:lstStyle/>
        <a:p>
          <a:pPr>
            <a:lnSpc>
              <a:spcPct val="100000"/>
            </a:lnSpc>
          </a:pPr>
          <a:r>
            <a:rPr lang="es-CO" dirty="0" err="1">
              <a:latin typeface="Consolas" panose="020B0609020204030204" pitchFamily="49" charset="0"/>
            </a:rPr>
            <a:t>raw_ps</a:t>
          </a:r>
          <a:r>
            <a:rPr lang="es-CO" dirty="0"/>
            <a:t> sobre CSV  </a:t>
          </a:r>
        </a:p>
      </dgm:t>
    </dgm:pt>
    <dgm:pt modelId="{7926F84C-D760-4473-9C1F-194707549DF8}" type="parTrans" cxnId="{F43E2D36-75DD-4C51-9370-C9D6674E5780}">
      <dgm:prSet/>
      <dgm:spPr/>
      <dgm:t>
        <a:bodyPr/>
        <a:lstStyle/>
        <a:p>
          <a:endParaRPr lang="es-CO"/>
        </a:p>
      </dgm:t>
    </dgm:pt>
    <dgm:pt modelId="{9380BEB0-F128-494A-9E38-53B2B04C7B68}" type="sibTrans" cxnId="{F43E2D36-75DD-4C51-9370-C9D6674E5780}">
      <dgm:prSet/>
      <dgm:spPr/>
      <dgm:t>
        <a:bodyPr/>
        <a:lstStyle/>
        <a:p>
          <a:endParaRPr lang="es-CO"/>
        </a:p>
      </dgm:t>
    </dgm:pt>
    <dgm:pt modelId="{E50C441C-7197-4AD9-859F-D31D31ABF691}">
      <dgm:prSet phldrT="[Texto]"/>
      <dgm:spPr/>
      <dgm:t>
        <a:bodyPr/>
        <a:lstStyle/>
        <a:p>
          <a:r>
            <a:rPr lang="es-CO" b="1"/>
            <a:t>SILVER table</a:t>
          </a:r>
          <a:r>
            <a:rPr lang="es-CO"/>
            <a:t> </a:t>
          </a:r>
          <a:endParaRPr lang="es-CO" dirty="0"/>
        </a:p>
      </dgm:t>
    </dgm:pt>
    <dgm:pt modelId="{B64CF36D-5788-45D7-910E-7F9199534DCD}" type="parTrans" cxnId="{B1C0BA9A-B099-4DFE-A3C7-318D91DAD864}">
      <dgm:prSet/>
      <dgm:spPr/>
      <dgm:t>
        <a:bodyPr/>
        <a:lstStyle/>
        <a:p>
          <a:endParaRPr lang="es-CO"/>
        </a:p>
      </dgm:t>
    </dgm:pt>
    <dgm:pt modelId="{BF6E4DB7-EC15-4EC9-85C1-2C4536B991A1}" type="sibTrans" cxnId="{B1C0BA9A-B099-4DFE-A3C7-318D91DAD864}">
      <dgm:prSet/>
      <dgm:spPr/>
      <dgm:t>
        <a:bodyPr/>
        <a:lstStyle/>
        <a:p>
          <a:endParaRPr lang="es-CO"/>
        </a:p>
      </dgm:t>
    </dgm:pt>
    <dgm:pt modelId="{AFAE3F67-D139-4CF9-8E4F-03B344876807}">
      <dgm:prSet phldrT="[Texto]"/>
      <dgm:spPr/>
      <dgm:t>
        <a:bodyPr/>
        <a:lstStyle/>
        <a:p>
          <a:pPr>
            <a:lnSpc>
              <a:spcPct val="100000"/>
            </a:lnSpc>
          </a:pPr>
          <a:r>
            <a:rPr lang="es-CO" dirty="0" err="1">
              <a:latin typeface="Consolas" panose="020B0609020204030204" pitchFamily="49" charset="0"/>
            </a:rPr>
            <a:t>silver</a:t>
          </a:r>
          <a:r>
            <a:rPr lang="es-CO" err="1">
              <a:latin typeface="Consolas" panose="020B0609020204030204" pitchFamily="49" charset="0"/>
            </a:rPr>
            <a:t>_</a:t>
          </a:r>
          <a:r>
            <a:rPr lang="es-CO">
              <a:latin typeface="Consolas" panose="020B0609020204030204" pitchFamily="49" charset="0"/>
            </a:rPr>
            <a:t>planet</a:t>
          </a:r>
          <a:endParaRPr lang="es-CO" dirty="0"/>
        </a:p>
      </dgm:t>
    </dgm:pt>
    <dgm:pt modelId="{0A836FD7-FD3B-4D30-82C7-4BE16E846D73}" type="parTrans" cxnId="{0B8BA050-3120-49B2-9CC4-8FA12F3D1241}">
      <dgm:prSet/>
      <dgm:spPr/>
      <dgm:t>
        <a:bodyPr/>
        <a:lstStyle/>
        <a:p>
          <a:endParaRPr lang="es-CO"/>
        </a:p>
      </dgm:t>
    </dgm:pt>
    <dgm:pt modelId="{44EA3BA5-BB3C-4A4F-8426-F28FFD47B475}" type="sibTrans" cxnId="{0B8BA050-3120-49B2-9CC4-8FA12F3D1241}">
      <dgm:prSet/>
      <dgm:spPr/>
      <dgm:t>
        <a:bodyPr/>
        <a:lstStyle/>
        <a:p>
          <a:endParaRPr lang="es-CO"/>
        </a:p>
      </dgm:t>
    </dgm:pt>
    <dgm:pt modelId="{33A2B6DA-0F53-4C61-9B8F-97F50F1C1501}">
      <dgm:prSet phldrT="[Texto]"/>
      <dgm:spPr/>
      <dgm:t>
        <a:bodyPr/>
        <a:lstStyle/>
        <a:p>
          <a:r>
            <a:rPr lang="es-CO" b="1"/>
            <a:t>DIMS+FACTS</a:t>
          </a:r>
          <a:r>
            <a:rPr lang="es-CO"/>
            <a:t> </a:t>
          </a:r>
          <a:endParaRPr lang="es-CO" dirty="0"/>
        </a:p>
      </dgm:t>
    </dgm:pt>
    <dgm:pt modelId="{03074EF0-DFD1-43B2-B6B8-40F8691354EC}" type="parTrans" cxnId="{DF79305C-05C1-41DF-B4D5-4BA4BC3656DA}">
      <dgm:prSet/>
      <dgm:spPr/>
      <dgm:t>
        <a:bodyPr/>
        <a:lstStyle/>
        <a:p>
          <a:endParaRPr lang="es-CO"/>
        </a:p>
      </dgm:t>
    </dgm:pt>
    <dgm:pt modelId="{891793E2-F0ED-40EF-9F9F-294D66860E41}" type="sibTrans" cxnId="{DF79305C-05C1-41DF-B4D5-4BA4BC3656DA}">
      <dgm:prSet/>
      <dgm:spPr/>
      <dgm:t>
        <a:bodyPr/>
        <a:lstStyle/>
        <a:p>
          <a:endParaRPr lang="es-CO"/>
        </a:p>
      </dgm:t>
    </dgm:pt>
    <dgm:pt modelId="{1FC4FB57-BEAB-44E5-AE64-1F4B47171550}">
      <dgm:prSet phldrT="[Texto]"/>
      <dgm:spPr/>
      <dgm:t>
        <a:bodyPr/>
        <a:lstStyle/>
        <a:p>
          <a:pPr>
            <a:lnSpc>
              <a:spcPct val="100000"/>
            </a:lnSpc>
          </a:pPr>
          <a:r>
            <a:rPr lang="es-CO" dirty="0" err="1">
              <a:latin typeface="Consolas" panose="020B0609020204030204" pitchFamily="49" charset="0"/>
            </a:rPr>
            <a:t>dim_host_sk</a:t>
          </a:r>
          <a:endParaRPr lang="es-CO" dirty="0"/>
        </a:p>
      </dgm:t>
    </dgm:pt>
    <dgm:pt modelId="{21DBD1B5-4CE1-40FE-9F51-6A6066159190}" type="parTrans" cxnId="{F66B0E93-68A1-44EB-B21B-3CDF5CA99E0E}">
      <dgm:prSet/>
      <dgm:spPr/>
      <dgm:t>
        <a:bodyPr/>
        <a:lstStyle/>
        <a:p>
          <a:endParaRPr lang="es-CO"/>
        </a:p>
      </dgm:t>
    </dgm:pt>
    <dgm:pt modelId="{61CA16E1-54D9-478E-B28D-4F1DA8EC3542}" type="sibTrans" cxnId="{F66B0E93-68A1-44EB-B21B-3CDF5CA99E0E}">
      <dgm:prSet/>
      <dgm:spPr/>
      <dgm:t>
        <a:bodyPr/>
        <a:lstStyle/>
        <a:p>
          <a:endParaRPr lang="es-CO"/>
        </a:p>
      </dgm:t>
    </dgm:pt>
    <dgm:pt modelId="{2CA4D1DB-F67D-478C-9DE7-35A23EAB63FD}">
      <dgm:prSet phldrT="[Texto]"/>
      <dgm:spPr/>
      <dgm:t>
        <a:bodyPr/>
        <a:lstStyle/>
        <a:p>
          <a:pPr>
            <a:lnSpc>
              <a:spcPct val="100000"/>
            </a:lnSpc>
          </a:pPr>
          <a:r>
            <a:rPr lang="es-CO" dirty="0" err="1">
              <a:latin typeface="Consolas" panose="020B0609020204030204" pitchFamily="49" charset="0"/>
            </a:rPr>
            <a:t>fact_planet_s</a:t>
          </a:r>
          <a:r>
            <a:rPr lang="es-CO" dirty="0" err="1"/>
            <a:t>k</a:t>
          </a:r>
          <a:endParaRPr lang="es-CO" dirty="0"/>
        </a:p>
      </dgm:t>
    </dgm:pt>
    <dgm:pt modelId="{7EEDC6F7-A51D-4754-A668-CC2B9D9DEA1C}" type="parTrans" cxnId="{2D2E82F3-2BFD-49D1-9944-C40F1E0C5ADE}">
      <dgm:prSet/>
      <dgm:spPr/>
      <dgm:t>
        <a:bodyPr/>
        <a:lstStyle/>
        <a:p>
          <a:endParaRPr lang="es-CO"/>
        </a:p>
      </dgm:t>
    </dgm:pt>
    <dgm:pt modelId="{0FA256C3-F8AB-46B0-962B-65A63A1EDE63}" type="sibTrans" cxnId="{2D2E82F3-2BFD-49D1-9944-C40F1E0C5ADE}">
      <dgm:prSet/>
      <dgm:spPr/>
      <dgm:t>
        <a:bodyPr/>
        <a:lstStyle/>
        <a:p>
          <a:endParaRPr lang="es-CO"/>
        </a:p>
      </dgm:t>
    </dgm:pt>
    <dgm:pt modelId="{44B7A402-E029-4243-8005-DFD3D8F4FE82}">
      <dgm:prSet phldrT="[Texto]"/>
      <dgm:spPr/>
      <dgm:t>
        <a:bodyPr/>
        <a:lstStyle/>
        <a:p>
          <a:r>
            <a:rPr lang="es-CO" b="1"/>
            <a:t>GOLD views</a:t>
          </a:r>
          <a:endParaRPr lang="es-CO" dirty="0"/>
        </a:p>
      </dgm:t>
    </dgm:pt>
    <dgm:pt modelId="{25525C70-28A4-412C-A21A-025048A497C9}" type="parTrans" cxnId="{C32C51DF-3144-4F2B-A84D-12BFFD81581C}">
      <dgm:prSet/>
      <dgm:spPr/>
      <dgm:t>
        <a:bodyPr/>
        <a:lstStyle/>
        <a:p>
          <a:endParaRPr lang="es-CO"/>
        </a:p>
      </dgm:t>
    </dgm:pt>
    <dgm:pt modelId="{32F300A9-9A8C-492E-9EB9-6CA0A0206F0A}" type="sibTrans" cxnId="{C32C51DF-3144-4F2B-A84D-12BFFD81581C}">
      <dgm:prSet/>
      <dgm:spPr/>
      <dgm:t>
        <a:bodyPr/>
        <a:lstStyle/>
        <a:p>
          <a:endParaRPr lang="es-CO"/>
        </a:p>
      </dgm:t>
    </dgm:pt>
    <dgm:pt modelId="{3B41FB35-82D9-4B75-92B4-1DF51229129D}">
      <dgm:prSet/>
      <dgm:spPr/>
      <dgm:t>
        <a:bodyPr/>
        <a:lstStyle/>
        <a:p>
          <a:r>
            <a:rPr lang="es-CO" b="1"/>
            <a:t>EXPORT</a:t>
          </a:r>
          <a:endParaRPr lang="es-CO" dirty="0"/>
        </a:p>
      </dgm:t>
    </dgm:pt>
    <dgm:pt modelId="{EDA8238D-D3FD-4A5F-B0C8-04B437D702DB}" type="parTrans" cxnId="{EEBA62F4-A681-4F5E-B77C-3FB094B99A08}">
      <dgm:prSet/>
      <dgm:spPr/>
      <dgm:t>
        <a:bodyPr/>
        <a:lstStyle/>
        <a:p>
          <a:endParaRPr lang="es-CO"/>
        </a:p>
      </dgm:t>
    </dgm:pt>
    <dgm:pt modelId="{4CE115BE-C5FA-4C71-95AC-90C63CD7C27A}" type="sibTrans" cxnId="{EEBA62F4-A681-4F5E-B77C-3FB094B99A08}">
      <dgm:prSet/>
      <dgm:spPr/>
      <dgm:t>
        <a:bodyPr/>
        <a:lstStyle/>
        <a:p>
          <a:endParaRPr lang="es-CO"/>
        </a:p>
      </dgm:t>
    </dgm:pt>
    <dgm:pt modelId="{09BD90C4-B4D5-4349-943F-4DAE08956438}">
      <dgm:prSet phldrT="[Texto]"/>
      <dgm:spPr/>
      <dgm:t>
        <a:bodyPr/>
        <a:lstStyle/>
        <a:p>
          <a:pPr>
            <a:lnSpc>
              <a:spcPct val="100000"/>
            </a:lnSpc>
          </a:pPr>
          <a:r>
            <a:rPr lang="es-CO" dirty="0" err="1">
              <a:latin typeface="Consolas" panose="020B0609020204030204" pitchFamily="49" charset="0"/>
            </a:rPr>
            <a:t>gold_by</a:t>
          </a:r>
          <a:r>
            <a:rPr lang="es-CO" dirty="0">
              <a:latin typeface="Consolas" panose="020B0609020204030204" pitchFamily="49" charset="0"/>
            </a:rPr>
            <a:t>_*</a:t>
          </a:r>
          <a:endParaRPr lang="es-CO" dirty="0"/>
        </a:p>
      </dgm:t>
    </dgm:pt>
    <dgm:pt modelId="{9A40441E-AAE5-4DCB-849F-E24A84C2F4FD}" type="parTrans" cxnId="{AC49FB98-778B-4AF4-B051-1B87623CAAF4}">
      <dgm:prSet/>
      <dgm:spPr/>
      <dgm:t>
        <a:bodyPr/>
        <a:lstStyle/>
        <a:p>
          <a:endParaRPr lang="es-CO"/>
        </a:p>
      </dgm:t>
    </dgm:pt>
    <dgm:pt modelId="{3AA84525-D5A0-437E-BFBD-9FD74BF5D217}" type="sibTrans" cxnId="{AC49FB98-778B-4AF4-B051-1B87623CAAF4}">
      <dgm:prSet/>
      <dgm:spPr/>
      <dgm:t>
        <a:bodyPr/>
        <a:lstStyle/>
        <a:p>
          <a:endParaRPr lang="es-CO"/>
        </a:p>
      </dgm:t>
    </dgm:pt>
    <dgm:pt modelId="{ACD3501F-3E10-4DDA-88E3-D7F14569C3BF}">
      <dgm:prSet/>
      <dgm:spPr/>
      <dgm:t>
        <a:bodyPr/>
        <a:lstStyle/>
        <a:p>
          <a:pPr>
            <a:lnSpc>
              <a:spcPct val="100000"/>
            </a:lnSpc>
          </a:pPr>
          <a:r>
            <a:rPr lang="es-CO" dirty="0"/>
            <a:t>CSV en </a:t>
          </a:r>
          <a:r>
            <a:rPr lang="es-CO" dirty="0" err="1">
              <a:latin typeface="Consolas" panose="020B0609020204030204" pitchFamily="49" charset="0"/>
            </a:rPr>
            <a:t>artifacts</a:t>
          </a:r>
          <a:r>
            <a:rPr lang="es-CO" dirty="0">
              <a:latin typeface="Consolas" panose="020B0609020204030204" pitchFamily="49" charset="0"/>
            </a:rPr>
            <a:t>/</a:t>
          </a:r>
          <a:endParaRPr lang="es-CO" dirty="0"/>
        </a:p>
      </dgm:t>
    </dgm:pt>
    <dgm:pt modelId="{53776F73-0927-4581-9CD9-D1A65D98AD84}" type="parTrans" cxnId="{111C4A11-5D51-4FB7-A219-0C83F9399CEF}">
      <dgm:prSet/>
      <dgm:spPr/>
      <dgm:t>
        <a:bodyPr/>
        <a:lstStyle/>
        <a:p>
          <a:endParaRPr lang="es-CO"/>
        </a:p>
      </dgm:t>
    </dgm:pt>
    <dgm:pt modelId="{72C93AE7-87BA-422F-9A83-3E281EDAD8B6}" type="sibTrans" cxnId="{111C4A11-5D51-4FB7-A219-0C83F9399CEF}">
      <dgm:prSet/>
      <dgm:spPr/>
      <dgm:t>
        <a:bodyPr/>
        <a:lstStyle/>
        <a:p>
          <a:endParaRPr lang="es-CO"/>
        </a:p>
      </dgm:t>
    </dgm:pt>
    <dgm:pt modelId="{F04C4075-914D-44BC-8A90-F457C03BDEB6}" type="pres">
      <dgm:prSet presAssocID="{EE8BAD74-7DEE-42FD-9DB2-965C344B7CA9}" presName="Name0" presStyleCnt="0">
        <dgm:presLayoutVars>
          <dgm:dir/>
          <dgm:resizeHandles val="exact"/>
        </dgm:presLayoutVars>
      </dgm:prSet>
      <dgm:spPr/>
    </dgm:pt>
    <dgm:pt modelId="{0F525EEF-469F-4D15-8BC6-1F609409B4CB}" type="pres">
      <dgm:prSet presAssocID="{EE8BAD74-7DEE-42FD-9DB2-965C344B7CA9}" presName="arrow" presStyleLbl="bgShp" presStyleIdx="0" presStyleCnt="1"/>
      <dgm:spPr/>
    </dgm:pt>
    <dgm:pt modelId="{88861F89-E891-433E-BE9C-944809234D6E}" type="pres">
      <dgm:prSet presAssocID="{EE8BAD74-7DEE-42FD-9DB2-965C344B7CA9}" presName="points" presStyleCnt="0"/>
      <dgm:spPr/>
    </dgm:pt>
    <dgm:pt modelId="{009E1581-C055-4781-A66D-38A2D9D340D9}" type="pres">
      <dgm:prSet presAssocID="{AA8EB213-1494-45CF-B629-693E4B1E962A}" presName="compositeA" presStyleCnt="0"/>
      <dgm:spPr/>
    </dgm:pt>
    <dgm:pt modelId="{C7D38100-6086-482E-885B-5DE04A128FA2}" type="pres">
      <dgm:prSet presAssocID="{AA8EB213-1494-45CF-B629-693E4B1E962A}" presName="textA" presStyleLbl="revTx" presStyleIdx="0" presStyleCnt="5">
        <dgm:presLayoutVars>
          <dgm:bulletEnabled val="1"/>
        </dgm:presLayoutVars>
      </dgm:prSet>
      <dgm:spPr/>
    </dgm:pt>
    <dgm:pt modelId="{9D428792-E3A6-42DE-8096-80297F6FE0D7}" type="pres">
      <dgm:prSet presAssocID="{AA8EB213-1494-45CF-B629-693E4B1E962A}" presName="circleA" presStyleLbl="node1" presStyleIdx="0" presStyleCnt="5"/>
      <dgm:spPr/>
    </dgm:pt>
    <dgm:pt modelId="{B1DAC000-86E1-4B85-9C18-F4A8507B7169}" type="pres">
      <dgm:prSet presAssocID="{AA8EB213-1494-45CF-B629-693E4B1E962A}" presName="spaceA" presStyleCnt="0"/>
      <dgm:spPr/>
    </dgm:pt>
    <dgm:pt modelId="{9D61653B-33C1-40AC-85AB-98708DE7A339}" type="pres">
      <dgm:prSet presAssocID="{A0204F43-B2C8-4491-B11A-A0A5855D4AEB}" presName="space" presStyleCnt="0"/>
      <dgm:spPr/>
    </dgm:pt>
    <dgm:pt modelId="{D0CBB075-5C5A-41D8-95F3-E5DD25A96A67}" type="pres">
      <dgm:prSet presAssocID="{E50C441C-7197-4AD9-859F-D31D31ABF691}" presName="compositeB" presStyleCnt="0"/>
      <dgm:spPr/>
    </dgm:pt>
    <dgm:pt modelId="{F20351E9-FFCF-4C37-B971-682B2DF51FD1}" type="pres">
      <dgm:prSet presAssocID="{E50C441C-7197-4AD9-859F-D31D31ABF691}" presName="textB" presStyleLbl="revTx" presStyleIdx="1" presStyleCnt="5">
        <dgm:presLayoutVars>
          <dgm:bulletEnabled val="1"/>
        </dgm:presLayoutVars>
      </dgm:prSet>
      <dgm:spPr/>
    </dgm:pt>
    <dgm:pt modelId="{1A535B7F-2EED-4A4D-BAA1-5AD2EE0A979E}" type="pres">
      <dgm:prSet presAssocID="{E50C441C-7197-4AD9-859F-D31D31ABF691}" presName="circleB" presStyleLbl="node1" presStyleIdx="1" presStyleCnt="5"/>
      <dgm:spPr/>
    </dgm:pt>
    <dgm:pt modelId="{4C164661-3176-426D-914E-646683FF3628}" type="pres">
      <dgm:prSet presAssocID="{E50C441C-7197-4AD9-859F-D31D31ABF691}" presName="spaceB" presStyleCnt="0"/>
      <dgm:spPr/>
    </dgm:pt>
    <dgm:pt modelId="{54EA8968-F839-4572-BFA9-99F360FA8384}" type="pres">
      <dgm:prSet presAssocID="{BF6E4DB7-EC15-4EC9-85C1-2C4536B991A1}" presName="space" presStyleCnt="0"/>
      <dgm:spPr/>
    </dgm:pt>
    <dgm:pt modelId="{114A8A7F-5FA8-4A16-B7B1-D000689A9DD8}" type="pres">
      <dgm:prSet presAssocID="{33A2B6DA-0F53-4C61-9B8F-97F50F1C1501}" presName="compositeA" presStyleCnt="0"/>
      <dgm:spPr/>
    </dgm:pt>
    <dgm:pt modelId="{58049F5D-D901-4480-96A1-42A24F62B9F2}" type="pres">
      <dgm:prSet presAssocID="{33A2B6DA-0F53-4C61-9B8F-97F50F1C1501}" presName="textA" presStyleLbl="revTx" presStyleIdx="2" presStyleCnt="5">
        <dgm:presLayoutVars>
          <dgm:bulletEnabled val="1"/>
        </dgm:presLayoutVars>
      </dgm:prSet>
      <dgm:spPr/>
    </dgm:pt>
    <dgm:pt modelId="{8B4A2CC2-B241-474D-991C-8BBE9C1181E2}" type="pres">
      <dgm:prSet presAssocID="{33A2B6DA-0F53-4C61-9B8F-97F50F1C1501}" presName="circleA" presStyleLbl="node1" presStyleIdx="2" presStyleCnt="5"/>
      <dgm:spPr/>
    </dgm:pt>
    <dgm:pt modelId="{0AF6CB5E-B4A7-4811-A590-0B7EA313356E}" type="pres">
      <dgm:prSet presAssocID="{33A2B6DA-0F53-4C61-9B8F-97F50F1C1501}" presName="spaceA" presStyleCnt="0"/>
      <dgm:spPr/>
    </dgm:pt>
    <dgm:pt modelId="{4353366B-50BF-4CED-9BB6-100057F3B82A}" type="pres">
      <dgm:prSet presAssocID="{891793E2-F0ED-40EF-9F9F-294D66860E41}" presName="space" presStyleCnt="0"/>
      <dgm:spPr/>
    </dgm:pt>
    <dgm:pt modelId="{CAD11A85-3DFA-4225-A34B-128E990D90EC}" type="pres">
      <dgm:prSet presAssocID="{44B7A402-E029-4243-8005-DFD3D8F4FE82}" presName="compositeB" presStyleCnt="0"/>
      <dgm:spPr/>
    </dgm:pt>
    <dgm:pt modelId="{6DCE4EE4-BEA8-40D0-966D-406E25AC23B3}" type="pres">
      <dgm:prSet presAssocID="{44B7A402-E029-4243-8005-DFD3D8F4FE82}" presName="textB" presStyleLbl="revTx" presStyleIdx="3" presStyleCnt="5">
        <dgm:presLayoutVars>
          <dgm:bulletEnabled val="1"/>
        </dgm:presLayoutVars>
      </dgm:prSet>
      <dgm:spPr/>
    </dgm:pt>
    <dgm:pt modelId="{1B206445-8FDD-4887-B73E-5FDCC37E0139}" type="pres">
      <dgm:prSet presAssocID="{44B7A402-E029-4243-8005-DFD3D8F4FE82}" presName="circleB" presStyleLbl="node1" presStyleIdx="3" presStyleCnt="5"/>
      <dgm:spPr/>
    </dgm:pt>
    <dgm:pt modelId="{E416386A-0810-4BB4-BE9F-BC049D7D0EBD}" type="pres">
      <dgm:prSet presAssocID="{44B7A402-E029-4243-8005-DFD3D8F4FE82}" presName="spaceB" presStyleCnt="0"/>
      <dgm:spPr/>
    </dgm:pt>
    <dgm:pt modelId="{325CE9DA-E813-443F-9236-5B7DD1BE369E}" type="pres">
      <dgm:prSet presAssocID="{32F300A9-9A8C-492E-9EB9-6CA0A0206F0A}" presName="space" presStyleCnt="0"/>
      <dgm:spPr/>
    </dgm:pt>
    <dgm:pt modelId="{8EFCC105-8125-4EE5-BE78-7DAA7A3921D4}" type="pres">
      <dgm:prSet presAssocID="{3B41FB35-82D9-4B75-92B4-1DF51229129D}" presName="compositeA" presStyleCnt="0"/>
      <dgm:spPr/>
    </dgm:pt>
    <dgm:pt modelId="{FFE2394A-AD8D-4119-A38F-F1BDFF8884AC}" type="pres">
      <dgm:prSet presAssocID="{3B41FB35-82D9-4B75-92B4-1DF51229129D}" presName="textA" presStyleLbl="revTx" presStyleIdx="4" presStyleCnt="5">
        <dgm:presLayoutVars>
          <dgm:bulletEnabled val="1"/>
        </dgm:presLayoutVars>
      </dgm:prSet>
      <dgm:spPr/>
    </dgm:pt>
    <dgm:pt modelId="{081B0711-9A1D-4F17-9E7E-5C9DD06902C1}" type="pres">
      <dgm:prSet presAssocID="{3B41FB35-82D9-4B75-92B4-1DF51229129D}" presName="circleA" presStyleLbl="node1" presStyleIdx="4" presStyleCnt="5"/>
      <dgm:spPr/>
    </dgm:pt>
    <dgm:pt modelId="{79895F2C-D81E-4119-817C-91F13C7FC1C0}" type="pres">
      <dgm:prSet presAssocID="{3B41FB35-82D9-4B75-92B4-1DF51229129D}" presName="spaceA" presStyleCnt="0"/>
      <dgm:spPr/>
    </dgm:pt>
  </dgm:ptLst>
  <dgm:cxnLst>
    <dgm:cxn modelId="{C3CE2204-275C-4AA7-9F1F-E4195D0CD652}" type="presOf" srcId="{33A2B6DA-0F53-4C61-9B8F-97F50F1C1501}" destId="{58049F5D-D901-4480-96A1-42A24F62B9F2}" srcOrd="0" destOrd="0" presId="urn:microsoft.com/office/officeart/2005/8/layout/hProcess11"/>
    <dgm:cxn modelId="{28920D0C-3B60-47D5-AADF-DA6D2146D04A}" type="presOf" srcId="{3B41FB35-82D9-4B75-92B4-1DF51229129D}" destId="{FFE2394A-AD8D-4119-A38F-F1BDFF8884AC}" srcOrd="0" destOrd="0" presId="urn:microsoft.com/office/officeart/2005/8/layout/hProcess11"/>
    <dgm:cxn modelId="{111C4A11-5D51-4FB7-A219-0C83F9399CEF}" srcId="{3B41FB35-82D9-4B75-92B4-1DF51229129D}" destId="{ACD3501F-3E10-4DDA-88E3-D7F14569C3BF}" srcOrd="0" destOrd="0" parTransId="{53776F73-0927-4581-9CD9-D1A65D98AD84}" sibTransId="{72C93AE7-87BA-422F-9A83-3E281EDAD8B6}"/>
    <dgm:cxn modelId="{F43E2D36-75DD-4C51-9370-C9D6674E5780}" srcId="{AA8EB213-1494-45CF-B629-693E4B1E962A}" destId="{5066563B-009E-4A6F-A13E-500819F3B84C}" srcOrd="0" destOrd="0" parTransId="{7926F84C-D760-4473-9C1F-194707549DF8}" sibTransId="{9380BEB0-F128-494A-9E38-53B2B04C7B68}"/>
    <dgm:cxn modelId="{DF79305C-05C1-41DF-B4D5-4BA4BC3656DA}" srcId="{EE8BAD74-7DEE-42FD-9DB2-965C344B7CA9}" destId="{33A2B6DA-0F53-4C61-9B8F-97F50F1C1501}" srcOrd="2" destOrd="0" parTransId="{03074EF0-DFD1-43B2-B6B8-40F8691354EC}" sibTransId="{891793E2-F0ED-40EF-9F9F-294D66860E41}"/>
    <dgm:cxn modelId="{2E2C6561-D392-419F-9AA8-EED29D847361}" type="presOf" srcId="{ACD3501F-3E10-4DDA-88E3-D7F14569C3BF}" destId="{FFE2394A-AD8D-4119-A38F-F1BDFF8884AC}" srcOrd="0" destOrd="1" presId="urn:microsoft.com/office/officeart/2005/8/layout/hProcess11"/>
    <dgm:cxn modelId="{BE62336C-C4E1-441D-94F0-230773FAAA8F}" type="presOf" srcId="{5066563B-009E-4A6F-A13E-500819F3B84C}" destId="{C7D38100-6086-482E-885B-5DE04A128FA2}" srcOrd="0" destOrd="1" presId="urn:microsoft.com/office/officeart/2005/8/layout/hProcess11"/>
    <dgm:cxn modelId="{0B8BA050-3120-49B2-9CC4-8FA12F3D1241}" srcId="{E50C441C-7197-4AD9-859F-D31D31ABF691}" destId="{AFAE3F67-D139-4CF9-8E4F-03B344876807}" srcOrd="0" destOrd="0" parTransId="{0A836FD7-FD3B-4D30-82C7-4BE16E846D73}" sibTransId="{44EA3BA5-BB3C-4A4F-8426-F28FFD47B475}"/>
    <dgm:cxn modelId="{4727A753-55DC-43DE-8453-0D228F05D416}" type="presOf" srcId="{1FC4FB57-BEAB-44E5-AE64-1F4B47171550}" destId="{58049F5D-D901-4480-96A1-42A24F62B9F2}" srcOrd="0" destOrd="1" presId="urn:microsoft.com/office/officeart/2005/8/layout/hProcess11"/>
    <dgm:cxn modelId="{4D661C81-A600-4A86-AF06-B2D649464129}" srcId="{EE8BAD74-7DEE-42FD-9DB2-965C344B7CA9}" destId="{AA8EB213-1494-45CF-B629-693E4B1E962A}" srcOrd="0" destOrd="0" parTransId="{5A8CC0F1-E06A-4DA9-8F7E-EA4671A34F13}" sibTransId="{A0204F43-B2C8-4491-B11A-A0A5855D4AEB}"/>
    <dgm:cxn modelId="{45C4F189-0AF6-409E-9F26-568F917D9641}" type="presOf" srcId="{E50C441C-7197-4AD9-859F-D31D31ABF691}" destId="{F20351E9-FFCF-4C37-B971-682B2DF51FD1}" srcOrd="0" destOrd="0" presId="urn:microsoft.com/office/officeart/2005/8/layout/hProcess11"/>
    <dgm:cxn modelId="{FCE1818E-650E-4573-8A79-9975AFED377D}" type="presOf" srcId="{AFAE3F67-D139-4CF9-8E4F-03B344876807}" destId="{F20351E9-FFCF-4C37-B971-682B2DF51FD1}" srcOrd="0" destOrd="1" presId="urn:microsoft.com/office/officeart/2005/8/layout/hProcess11"/>
    <dgm:cxn modelId="{1AA56B8F-1C6F-4208-80B6-6562FD4F3AA3}" type="presOf" srcId="{09BD90C4-B4D5-4349-943F-4DAE08956438}" destId="{6DCE4EE4-BEA8-40D0-966D-406E25AC23B3}" srcOrd="0" destOrd="1" presId="urn:microsoft.com/office/officeart/2005/8/layout/hProcess11"/>
    <dgm:cxn modelId="{F66B0E93-68A1-44EB-B21B-3CDF5CA99E0E}" srcId="{33A2B6DA-0F53-4C61-9B8F-97F50F1C1501}" destId="{1FC4FB57-BEAB-44E5-AE64-1F4B47171550}" srcOrd="0" destOrd="0" parTransId="{21DBD1B5-4CE1-40FE-9F51-6A6066159190}" sibTransId="{61CA16E1-54D9-478E-B28D-4F1DA8EC3542}"/>
    <dgm:cxn modelId="{AC49FB98-778B-4AF4-B051-1B87623CAAF4}" srcId="{44B7A402-E029-4243-8005-DFD3D8F4FE82}" destId="{09BD90C4-B4D5-4349-943F-4DAE08956438}" srcOrd="0" destOrd="0" parTransId="{9A40441E-AAE5-4DCB-849F-E24A84C2F4FD}" sibTransId="{3AA84525-D5A0-437E-BFBD-9FD74BF5D217}"/>
    <dgm:cxn modelId="{B1C0BA9A-B099-4DFE-A3C7-318D91DAD864}" srcId="{EE8BAD74-7DEE-42FD-9DB2-965C344B7CA9}" destId="{E50C441C-7197-4AD9-859F-D31D31ABF691}" srcOrd="1" destOrd="0" parTransId="{B64CF36D-5788-45D7-910E-7F9199534DCD}" sibTransId="{BF6E4DB7-EC15-4EC9-85C1-2C4536B991A1}"/>
    <dgm:cxn modelId="{27CB809F-ED48-4E02-8FB5-78EED643EABF}" type="presOf" srcId="{AA8EB213-1494-45CF-B629-693E4B1E962A}" destId="{C7D38100-6086-482E-885B-5DE04A128FA2}" srcOrd="0" destOrd="0" presId="urn:microsoft.com/office/officeart/2005/8/layout/hProcess11"/>
    <dgm:cxn modelId="{D9F4C2C9-D0EB-4688-99CC-E35C5F090EC9}" type="presOf" srcId="{2CA4D1DB-F67D-478C-9DE7-35A23EAB63FD}" destId="{58049F5D-D901-4480-96A1-42A24F62B9F2}" srcOrd="0" destOrd="2" presId="urn:microsoft.com/office/officeart/2005/8/layout/hProcess11"/>
    <dgm:cxn modelId="{62C404CF-2E8F-4B6B-89AD-DB8E4AFA54E1}" type="presOf" srcId="{EE8BAD74-7DEE-42FD-9DB2-965C344B7CA9}" destId="{F04C4075-914D-44BC-8A90-F457C03BDEB6}" srcOrd="0" destOrd="0" presId="urn:microsoft.com/office/officeart/2005/8/layout/hProcess11"/>
    <dgm:cxn modelId="{C32C51DF-3144-4F2B-A84D-12BFFD81581C}" srcId="{EE8BAD74-7DEE-42FD-9DB2-965C344B7CA9}" destId="{44B7A402-E029-4243-8005-DFD3D8F4FE82}" srcOrd="3" destOrd="0" parTransId="{25525C70-28A4-412C-A21A-025048A497C9}" sibTransId="{32F300A9-9A8C-492E-9EB9-6CA0A0206F0A}"/>
    <dgm:cxn modelId="{1A8BFCE4-89FD-4FE1-B108-10D7938B7851}" type="presOf" srcId="{44B7A402-E029-4243-8005-DFD3D8F4FE82}" destId="{6DCE4EE4-BEA8-40D0-966D-406E25AC23B3}" srcOrd="0" destOrd="0" presId="urn:microsoft.com/office/officeart/2005/8/layout/hProcess11"/>
    <dgm:cxn modelId="{2D2E82F3-2BFD-49D1-9944-C40F1E0C5ADE}" srcId="{33A2B6DA-0F53-4C61-9B8F-97F50F1C1501}" destId="{2CA4D1DB-F67D-478C-9DE7-35A23EAB63FD}" srcOrd="1" destOrd="0" parTransId="{7EEDC6F7-A51D-4754-A668-CC2B9D9DEA1C}" sibTransId="{0FA256C3-F8AB-46B0-962B-65A63A1EDE63}"/>
    <dgm:cxn modelId="{EEBA62F4-A681-4F5E-B77C-3FB094B99A08}" srcId="{EE8BAD74-7DEE-42FD-9DB2-965C344B7CA9}" destId="{3B41FB35-82D9-4B75-92B4-1DF51229129D}" srcOrd="4" destOrd="0" parTransId="{EDA8238D-D3FD-4A5F-B0C8-04B437D702DB}" sibTransId="{4CE115BE-C5FA-4C71-95AC-90C63CD7C27A}"/>
    <dgm:cxn modelId="{917B092C-A725-4AA8-8407-324086A7E5C2}" type="presParOf" srcId="{F04C4075-914D-44BC-8A90-F457C03BDEB6}" destId="{0F525EEF-469F-4D15-8BC6-1F609409B4CB}" srcOrd="0" destOrd="0" presId="urn:microsoft.com/office/officeart/2005/8/layout/hProcess11"/>
    <dgm:cxn modelId="{6C74A38F-FF24-4EDF-9AB8-C912306906E3}" type="presParOf" srcId="{F04C4075-914D-44BC-8A90-F457C03BDEB6}" destId="{88861F89-E891-433E-BE9C-944809234D6E}" srcOrd="1" destOrd="0" presId="urn:microsoft.com/office/officeart/2005/8/layout/hProcess11"/>
    <dgm:cxn modelId="{12440BE3-43F7-4300-B5FA-3365C1143D9A}" type="presParOf" srcId="{88861F89-E891-433E-BE9C-944809234D6E}" destId="{009E1581-C055-4781-A66D-38A2D9D340D9}" srcOrd="0" destOrd="0" presId="urn:microsoft.com/office/officeart/2005/8/layout/hProcess11"/>
    <dgm:cxn modelId="{4729E7C8-6993-4B0D-AD48-D5981822BBAC}" type="presParOf" srcId="{009E1581-C055-4781-A66D-38A2D9D340D9}" destId="{C7D38100-6086-482E-885B-5DE04A128FA2}" srcOrd="0" destOrd="0" presId="urn:microsoft.com/office/officeart/2005/8/layout/hProcess11"/>
    <dgm:cxn modelId="{7FDCCD80-8DE0-4525-AFA7-3DF5D97C9DCE}" type="presParOf" srcId="{009E1581-C055-4781-A66D-38A2D9D340D9}" destId="{9D428792-E3A6-42DE-8096-80297F6FE0D7}" srcOrd="1" destOrd="0" presId="urn:microsoft.com/office/officeart/2005/8/layout/hProcess11"/>
    <dgm:cxn modelId="{94FDFEAA-75B0-4FF6-9FB5-E82CE7CDD60E}" type="presParOf" srcId="{009E1581-C055-4781-A66D-38A2D9D340D9}" destId="{B1DAC000-86E1-4B85-9C18-F4A8507B7169}" srcOrd="2" destOrd="0" presId="urn:microsoft.com/office/officeart/2005/8/layout/hProcess11"/>
    <dgm:cxn modelId="{34B6FB7E-54D3-4AD3-A862-9270E0B72916}" type="presParOf" srcId="{88861F89-E891-433E-BE9C-944809234D6E}" destId="{9D61653B-33C1-40AC-85AB-98708DE7A339}" srcOrd="1" destOrd="0" presId="urn:microsoft.com/office/officeart/2005/8/layout/hProcess11"/>
    <dgm:cxn modelId="{463841FD-9F33-4334-B3BF-C4EF482C2770}" type="presParOf" srcId="{88861F89-E891-433E-BE9C-944809234D6E}" destId="{D0CBB075-5C5A-41D8-95F3-E5DD25A96A67}" srcOrd="2" destOrd="0" presId="urn:microsoft.com/office/officeart/2005/8/layout/hProcess11"/>
    <dgm:cxn modelId="{E567F9B7-B499-41C2-8FCC-3ED71E181640}" type="presParOf" srcId="{D0CBB075-5C5A-41D8-95F3-E5DD25A96A67}" destId="{F20351E9-FFCF-4C37-B971-682B2DF51FD1}" srcOrd="0" destOrd="0" presId="urn:microsoft.com/office/officeart/2005/8/layout/hProcess11"/>
    <dgm:cxn modelId="{E4FE45A4-F6B6-497A-B7CA-4DC2630FC01E}" type="presParOf" srcId="{D0CBB075-5C5A-41D8-95F3-E5DD25A96A67}" destId="{1A535B7F-2EED-4A4D-BAA1-5AD2EE0A979E}" srcOrd="1" destOrd="0" presId="urn:microsoft.com/office/officeart/2005/8/layout/hProcess11"/>
    <dgm:cxn modelId="{876AB1FE-5E1C-4736-AC8D-ED7A5E248B59}" type="presParOf" srcId="{D0CBB075-5C5A-41D8-95F3-E5DD25A96A67}" destId="{4C164661-3176-426D-914E-646683FF3628}" srcOrd="2" destOrd="0" presId="urn:microsoft.com/office/officeart/2005/8/layout/hProcess11"/>
    <dgm:cxn modelId="{5FE2E802-C681-465B-A0ED-16D2EB3CEBDA}" type="presParOf" srcId="{88861F89-E891-433E-BE9C-944809234D6E}" destId="{54EA8968-F839-4572-BFA9-99F360FA8384}" srcOrd="3" destOrd="0" presId="urn:microsoft.com/office/officeart/2005/8/layout/hProcess11"/>
    <dgm:cxn modelId="{C914F28C-EF60-4EDC-80EC-C6BD397F1829}" type="presParOf" srcId="{88861F89-E891-433E-BE9C-944809234D6E}" destId="{114A8A7F-5FA8-4A16-B7B1-D000689A9DD8}" srcOrd="4" destOrd="0" presId="urn:microsoft.com/office/officeart/2005/8/layout/hProcess11"/>
    <dgm:cxn modelId="{6C8113CC-A5EE-4AA2-8A3A-708C7CBF1F5C}" type="presParOf" srcId="{114A8A7F-5FA8-4A16-B7B1-D000689A9DD8}" destId="{58049F5D-D901-4480-96A1-42A24F62B9F2}" srcOrd="0" destOrd="0" presId="urn:microsoft.com/office/officeart/2005/8/layout/hProcess11"/>
    <dgm:cxn modelId="{BA0175B5-05EC-4C84-AE66-BFC33EEA4CEC}" type="presParOf" srcId="{114A8A7F-5FA8-4A16-B7B1-D000689A9DD8}" destId="{8B4A2CC2-B241-474D-991C-8BBE9C1181E2}" srcOrd="1" destOrd="0" presId="urn:microsoft.com/office/officeart/2005/8/layout/hProcess11"/>
    <dgm:cxn modelId="{590641EE-DA3D-488E-98A9-9E734FD26FA3}" type="presParOf" srcId="{114A8A7F-5FA8-4A16-B7B1-D000689A9DD8}" destId="{0AF6CB5E-B4A7-4811-A590-0B7EA313356E}" srcOrd="2" destOrd="0" presId="urn:microsoft.com/office/officeart/2005/8/layout/hProcess11"/>
    <dgm:cxn modelId="{71F927A6-D849-4E54-8DD6-09D35FDF7D3A}" type="presParOf" srcId="{88861F89-E891-433E-BE9C-944809234D6E}" destId="{4353366B-50BF-4CED-9BB6-100057F3B82A}" srcOrd="5" destOrd="0" presId="urn:microsoft.com/office/officeart/2005/8/layout/hProcess11"/>
    <dgm:cxn modelId="{C9BD10F3-865A-4196-AFD2-253C9E95C400}" type="presParOf" srcId="{88861F89-E891-433E-BE9C-944809234D6E}" destId="{CAD11A85-3DFA-4225-A34B-128E990D90EC}" srcOrd="6" destOrd="0" presId="urn:microsoft.com/office/officeart/2005/8/layout/hProcess11"/>
    <dgm:cxn modelId="{C0DB7558-6F9F-47E7-9D23-47B24AED7308}" type="presParOf" srcId="{CAD11A85-3DFA-4225-A34B-128E990D90EC}" destId="{6DCE4EE4-BEA8-40D0-966D-406E25AC23B3}" srcOrd="0" destOrd="0" presId="urn:microsoft.com/office/officeart/2005/8/layout/hProcess11"/>
    <dgm:cxn modelId="{BD03E094-7828-4CA4-B832-DD50A3B2432F}" type="presParOf" srcId="{CAD11A85-3DFA-4225-A34B-128E990D90EC}" destId="{1B206445-8FDD-4887-B73E-5FDCC37E0139}" srcOrd="1" destOrd="0" presId="urn:microsoft.com/office/officeart/2005/8/layout/hProcess11"/>
    <dgm:cxn modelId="{18A76D15-96C8-417A-AEDB-96FD9250CE97}" type="presParOf" srcId="{CAD11A85-3DFA-4225-A34B-128E990D90EC}" destId="{E416386A-0810-4BB4-BE9F-BC049D7D0EBD}" srcOrd="2" destOrd="0" presId="urn:microsoft.com/office/officeart/2005/8/layout/hProcess11"/>
    <dgm:cxn modelId="{B8D4213D-9BBB-4193-8EE5-DCE732FB912A}" type="presParOf" srcId="{88861F89-E891-433E-BE9C-944809234D6E}" destId="{325CE9DA-E813-443F-9236-5B7DD1BE369E}" srcOrd="7" destOrd="0" presId="urn:microsoft.com/office/officeart/2005/8/layout/hProcess11"/>
    <dgm:cxn modelId="{6093655D-2E45-4482-83B1-8918804391CC}" type="presParOf" srcId="{88861F89-E891-433E-BE9C-944809234D6E}" destId="{8EFCC105-8125-4EE5-BE78-7DAA7A3921D4}" srcOrd="8" destOrd="0" presId="urn:microsoft.com/office/officeart/2005/8/layout/hProcess11"/>
    <dgm:cxn modelId="{EFC84167-AD6F-481D-A7D2-847819260162}" type="presParOf" srcId="{8EFCC105-8125-4EE5-BE78-7DAA7A3921D4}" destId="{FFE2394A-AD8D-4119-A38F-F1BDFF8884AC}" srcOrd="0" destOrd="0" presId="urn:microsoft.com/office/officeart/2005/8/layout/hProcess11"/>
    <dgm:cxn modelId="{772A1D98-79FF-4AA4-868D-11D0F709AC81}" type="presParOf" srcId="{8EFCC105-8125-4EE5-BE78-7DAA7A3921D4}" destId="{081B0711-9A1D-4F17-9E7E-5C9DD06902C1}" srcOrd="1" destOrd="0" presId="urn:microsoft.com/office/officeart/2005/8/layout/hProcess11"/>
    <dgm:cxn modelId="{AED560D7-8F91-4FE9-A825-900593F35ABD}" type="presParOf" srcId="{8EFCC105-8125-4EE5-BE78-7DAA7A3921D4}" destId="{79895F2C-D81E-4119-817C-91F13C7FC1C0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334CF01-13A0-4B6C-93BF-00F28734FC09}" type="doc">
      <dgm:prSet loTypeId="urn:microsoft.com/office/officeart/2005/8/layout/process4" loCatId="process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A572F98-DC1B-4FB8-8897-7916BF693D29}">
      <dgm:prSet/>
      <dgm:spPr/>
      <dgm:t>
        <a:bodyPr/>
        <a:lstStyle/>
        <a:p>
          <a:r>
            <a:rPr lang="es-CO" b="1"/>
            <a:t>Definición:</a:t>
          </a:r>
          <a:r>
            <a:rPr lang="es-CO"/>
            <a:t> “Correr 5 veces da el mismo resultado y no rompe.”</a:t>
          </a:r>
          <a:br>
            <a:rPr lang="es-CO"/>
          </a:br>
          <a:endParaRPr lang="en-US"/>
        </a:p>
      </dgm:t>
    </dgm:pt>
    <dgm:pt modelId="{757A1799-C8FA-4CE4-978C-FA7686AF727E}" type="parTrans" cxnId="{15023BF4-3367-4F14-95A0-DE0C3D11A152}">
      <dgm:prSet/>
      <dgm:spPr/>
      <dgm:t>
        <a:bodyPr/>
        <a:lstStyle/>
        <a:p>
          <a:endParaRPr lang="en-US"/>
        </a:p>
      </dgm:t>
    </dgm:pt>
    <dgm:pt modelId="{5FF465D5-20D1-4BB3-8DEF-0762BD636BC7}" type="sibTrans" cxnId="{15023BF4-3367-4F14-95A0-DE0C3D11A152}">
      <dgm:prSet/>
      <dgm:spPr/>
      <dgm:t>
        <a:bodyPr/>
        <a:lstStyle/>
        <a:p>
          <a:endParaRPr lang="en-US"/>
        </a:p>
      </dgm:t>
    </dgm:pt>
    <dgm:pt modelId="{EBBAECC3-B7AF-4420-BC2E-22A28A9B7C19}">
      <dgm:prSet/>
      <dgm:spPr/>
      <dgm:t>
        <a:bodyPr/>
        <a:lstStyle/>
        <a:p>
          <a:r>
            <a:rPr lang="es-CO"/>
            <a:t>Cómo lo logramos:</a:t>
          </a:r>
          <a:endParaRPr lang="en-US"/>
        </a:p>
      </dgm:t>
    </dgm:pt>
    <dgm:pt modelId="{27319290-57E3-452E-9B8F-D0F7C8F9AB08}" type="parTrans" cxnId="{E23FA36C-D7A8-4142-AE8B-74D3351F989C}">
      <dgm:prSet/>
      <dgm:spPr/>
      <dgm:t>
        <a:bodyPr/>
        <a:lstStyle/>
        <a:p>
          <a:endParaRPr lang="en-US"/>
        </a:p>
      </dgm:t>
    </dgm:pt>
    <dgm:pt modelId="{6D6FD7D3-D625-48DD-99DD-3C1BCF361418}" type="sibTrans" cxnId="{E23FA36C-D7A8-4142-AE8B-74D3351F989C}">
      <dgm:prSet/>
      <dgm:spPr/>
      <dgm:t>
        <a:bodyPr/>
        <a:lstStyle/>
        <a:p>
          <a:endParaRPr lang="en-US"/>
        </a:p>
      </dgm:t>
    </dgm:pt>
    <dgm:pt modelId="{999EAB60-F5B5-4336-B25F-9A7F472CB1E2}">
      <dgm:prSet/>
      <dgm:spPr/>
      <dgm:t>
        <a:bodyPr/>
        <a:lstStyle/>
        <a:p>
          <a:r>
            <a:rPr lang="es-CO"/>
            <a:t>‘DROP TABLE IF EXISTS ...’ y ‘DROP VIEW IF EXISTS ...’ antes de crear</a:t>
          </a:r>
          <a:endParaRPr lang="en-US"/>
        </a:p>
      </dgm:t>
    </dgm:pt>
    <dgm:pt modelId="{3F2C71F6-F26C-4913-BD4D-E2CCA676098F}" type="parTrans" cxnId="{F4970D68-C9E7-4CCC-BE1A-26808ACA9CB3}">
      <dgm:prSet/>
      <dgm:spPr/>
      <dgm:t>
        <a:bodyPr/>
        <a:lstStyle/>
        <a:p>
          <a:endParaRPr lang="en-US"/>
        </a:p>
      </dgm:t>
    </dgm:pt>
    <dgm:pt modelId="{5878BF96-1274-4B2D-A650-F65037C1EA23}" type="sibTrans" cxnId="{F4970D68-C9E7-4CCC-BE1A-26808ACA9CB3}">
      <dgm:prSet/>
      <dgm:spPr/>
      <dgm:t>
        <a:bodyPr/>
        <a:lstStyle/>
        <a:p>
          <a:endParaRPr lang="en-US"/>
        </a:p>
      </dgm:t>
    </dgm:pt>
    <dgm:pt modelId="{0C725E2B-5F03-4997-9AC9-1EF0D3FC8D55}">
      <dgm:prSet/>
      <dgm:spPr/>
      <dgm:t>
        <a:bodyPr/>
        <a:lstStyle/>
        <a:p>
          <a:r>
            <a:rPr lang="es-CO"/>
            <a:t>Crear siempre desde fuentes deterministas (CSV + DuckDB)</a:t>
          </a:r>
          <a:endParaRPr lang="en-US"/>
        </a:p>
      </dgm:t>
    </dgm:pt>
    <dgm:pt modelId="{603F0A2D-6C4C-448B-A0B5-E8A635EC0F16}" type="parTrans" cxnId="{6ACA6D47-4A00-4892-BE80-7C987AA6CFD7}">
      <dgm:prSet/>
      <dgm:spPr/>
      <dgm:t>
        <a:bodyPr/>
        <a:lstStyle/>
        <a:p>
          <a:endParaRPr lang="en-US"/>
        </a:p>
      </dgm:t>
    </dgm:pt>
    <dgm:pt modelId="{D41F663A-BD55-4B19-926F-9F3E3BEB30F2}" type="sibTrans" cxnId="{6ACA6D47-4A00-4892-BE80-7C987AA6CFD7}">
      <dgm:prSet/>
      <dgm:spPr/>
      <dgm:t>
        <a:bodyPr/>
        <a:lstStyle/>
        <a:p>
          <a:endParaRPr lang="en-US"/>
        </a:p>
      </dgm:t>
    </dgm:pt>
    <dgm:pt modelId="{5336DBF0-57B1-41F0-88BD-24897942A854}" type="pres">
      <dgm:prSet presAssocID="{D334CF01-13A0-4B6C-93BF-00F28734FC09}" presName="Name0" presStyleCnt="0">
        <dgm:presLayoutVars>
          <dgm:dir/>
          <dgm:animLvl val="lvl"/>
          <dgm:resizeHandles val="exact"/>
        </dgm:presLayoutVars>
      </dgm:prSet>
      <dgm:spPr/>
    </dgm:pt>
    <dgm:pt modelId="{5A2B8EF7-C115-4B33-B2FB-7B4C96842123}" type="pres">
      <dgm:prSet presAssocID="{EBBAECC3-B7AF-4420-BC2E-22A28A9B7C19}" presName="boxAndChildren" presStyleCnt="0"/>
      <dgm:spPr/>
    </dgm:pt>
    <dgm:pt modelId="{D980EC40-2B7E-4D51-AAA6-3029BB94EB2A}" type="pres">
      <dgm:prSet presAssocID="{EBBAECC3-B7AF-4420-BC2E-22A28A9B7C19}" presName="parentTextBox" presStyleLbl="node1" presStyleIdx="0" presStyleCnt="2"/>
      <dgm:spPr/>
    </dgm:pt>
    <dgm:pt modelId="{01BAF9F6-C00D-45F6-867A-37795F7A5B9F}" type="pres">
      <dgm:prSet presAssocID="{EBBAECC3-B7AF-4420-BC2E-22A28A9B7C19}" presName="entireBox" presStyleLbl="node1" presStyleIdx="0" presStyleCnt="2"/>
      <dgm:spPr/>
    </dgm:pt>
    <dgm:pt modelId="{6DDD92F1-9D10-4138-80AF-7B74B6831128}" type="pres">
      <dgm:prSet presAssocID="{EBBAECC3-B7AF-4420-BC2E-22A28A9B7C19}" presName="descendantBox" presStyleCnt="0"/>
      <dgm:spPr/>
    </dgm:pt>
    <dgm:pt modelId="{D71EC20E-1720-4B94-B8E5-F91054DED483}" type="pres">
      <dgm:prSet presAssocID="{999EAB60-F5B5-4336-B25F-9A7F472CB1E2}" presName="childTextBox" presStyleLbl="fgAccFollowNode1" presStyleIdx="0" presStyleCnt="2">
        <dgm:presLayoutVars>
          <dgm:bulletEnabled val="1"/>
        </dgm:presLayoutVars>
      </dgm:prSet>
      <dgm:spPr/>
    </dgm:pt>
    <dgm:pt modelId="{7BFBDCF5-AF92-4A8E-93F2-FCFCC85BCA01}" type="pres">
      <dgm:prSet presAssocID="{0C725E2B-5F03-4997-9AC9-1EF0D3FC8D55}" presName="childTextBox" presStyleLbl="fgAccFollowNode1" presStyleIdx="1" presStyleCnt="2">
        <dgm:presLayoutVars>
          <dgm:bulletEnabled val="1"/>
        </dgm:presLayoutVars>
      </dgm:prSet>
      <dgm:spPr/>
    </dgm:pt>
    <dgm:pt modelId="{57731DAC-4835-44A6-9002-F3E1C512CF03}" type="pres">
      <dgm:prSet presAssocID="{5FF465D5-20D1-4BB3-8DEF-0762BD636BC7}" presName="sp" presStyleCnt="0"/>
      <dgm:spPr/>
    </dgm:pt>
    <dgm:pt modelId="{BA6F024B-CB14-40D7-B7BA-DC644F767DBA}" type="pres">
      <dgm:prSet presAssocID="{2A572F98-DC1B-4FB8-8897-7916BF693D29}" presName="arrowAndChildren" presStyleCnt="0"/>
      <dgm:spPr/>
    </dgm:pt>
    <dgm:pt modelId="{87854750-C705-44C4-8FB3-F6EB42A03BF3}" type="pres">
      <dgm:prSet presAssocID="{2A572F98-DC1B-4FB8-8897-7916BF693D29}" presName="parentTextArrow" presStyleLbl="node1" presStyleIdx="1" presStyleCnt="2"/>
      <dgm:spPr/>
    </dgm:pt>
  </dgm:ptLst>
  <dgm:cxnLst>
    <dgm:cxn modelId="{2ADA9801-AE58-4BF9-9FF9-A8081C296BC0}" type="presOf" srcId="{D334CF01-13A0-4B6C-93BF-00F28734FC09}" destId="{5336DBF0-57B1-41F0-88BD-24897942A854}" srcOrd="0" destOrd="0" presId="urn:microsoft.com/office/officeart/2005/8/layout/process4"/>
    <dgm:cxn modelId="{6ACA6D47-4A00-4892-BE80-7C987AA6CFD7}" srcId="{EBBAECC3-B7AF-4420-BC2E-22A28A9B7C19}" destId="{0C725E2B-5F03-4997-9AC9-1EF0D3FC8D55}" srcOrd="1" destOrd="0" parTransId="{603F0A2D-6C4C-448B-A0B5-E8A635EC0F16}" sibTransId="{D41F663A-BD55-4B19-926F-9F3E3BEB30F2}"/>
    <dgm:cxn modelId="{F4970D68-C9E7-4CCC-BE1A-26808ACA9CB3}" srcId="{EBBAECC3-B7AF-4420-BC2E-22A28A9B7C19}" destId="{999EAB60-F5B5-4336-B25F-9A7F472CB1E2}" srcOrd="0" destOrd="0" parTransId="{3F2C71F6-F26C-4913-BD4D-E2CCA676098F}" sibTransId="{5878BF96-1274-4B2D-A650-F65037C1EA23}"/>
    <dgm:cxn modelId="{E23FA36C-D7A8-4142-AE8B-74D3351F989C}" srcId="{D334CF01-13A0-4B6C-93BF-00F28734FC09}" destId="{EBBAECC3-B7AF-4420-BC2E-22A28A9B7C19}" srcOrd="1" destOrd="0" parTransId="{27319290-57E3-452E-9B8F-D0F7C8F9AB08}" sibTransId="{6D6FD7D3-D625-48DD-99DD-3C1BCF361418}"/>
    <dgm:cxn modelId="{68936B4E-F9A3-4640-9985-66A3ADF0972D}" type="presOf" srcId="{0C725E2B-5F03-4997-9AC9-1EF0D3FC8D55}" destId="{7BFBDCF5-AF92-4A8E-93F2-FCFCC85BCA01}" srcOrd="0" destOrd="0" presId="urn:microsoft.com/office/officeart/2005/8/layout/process4"/>
    <dgm:cxn modelId="{855641A4-462E-423B-884B-586DA5E91780}" type="presOf" srcId="{EBBAECC3-B7AF-4420-BC2E-22A28A9B7C19}" destId="{01BAF9F6-C00D-45F6-867A-37795F7A5B9F}" srcOrd="1" destOrd="0" presId="urn:microsoft.com/office/officeart/2005/8/layout/process4"/>
    <dgm:cxn modelId="{C2E1E8BF-F6AE-484C-95DF-B3CE1F4CB3C9}" type="presOf" srcId="{EBBAECC3-B7AF-4420-BC2E-22A28A9B7C19}" destId="{D980EC40-2B7E-4D51-AAA6-3029BB94EB2A}" srcOrd="0" destOrd="0" presId="urn:microsoft.com/office/officeart/2005/8/layout/process4"/>
    <dgm:cxn modelId="{757BF0DD-E377-4706-BF28-7E6802B3B96C}" type="presOf" srcId="{999EAB60-F5B5-4336-B25F-9A7F472CB1E2}" destId="{D71EC20E-1720-4B94-B8E5-F91054DED483}" srcOrd="0" destOrd="0" presId="urn:microsoft.com/office/officeart/2005/8/layout/process4"/>
    <dgm:cxn modelId="{15023BF4-3367-4F14-95A0-DE0C3D11A152}" srcId="{D334CF01-13A0-4B6C-93BF-00F28734FC09}" destId="{2A572F98-DC1B-4FB8-8897-7916BF693D29}" srcOrd="0" destOrd="0" parTransId="{757A1799-C8FA-4CE4-978C-FA7686AF727E}" sibTransId="{5FF465D5-20D1-4BB3-8DEF-0762BD636BC7}"/>
    <dgm:cxn modelId="{B6D680FA-2A6F-4439-86FF-F69F2C60E315}" type="presOf" srcId="{2A572F98-DC1B-4FB8-8897-7916BF693D29}" destId="{87854750-C705-44C4-8FB3-F6EB42A03BF3}" srcOrd="0" destOrd="0" presId="urn:microsoft.com/office/officeart/2005/8/layout/process4"/>
    <dgm:cxn modelId="{AA5A817F-2BCB-4F29-83A5-F4E695DD3131}" type="presParOf" srcId="{5336DBF0-57B1-41F0-88BD-24897942A854}" destId="{5A2B8EF7-C115-4B33-B2FB-7B4C96842123}" srcOrd="0" destOrd="0" presId="urn:microsoft.com/office/officeart/2005/8/layout/process4"/>
    <dgm:cxn modelId="{5265A428-96FC-4E1D-84A4-6D11499D45D8}" type="presParOf" srcId="{5A2B8EF7-C115-4B33-B2FB-7B4C96842123}" destId="{D980EC40-2B7E-4D51-AAA6-3029BB94EB2A}" srcOrd="0" destOrd="0" presId="urn:microsoft.com/office/officeart/2005/8/layout/process4"/>
    <dgm:cxn modelId="{13A76BEA-4A35-4C09-B6C2-90B224EF458A}" type="presParOf" srcId="{5A2B8EF7-C115-4B33-B2FB-7B4C96842123}" destId="{01BAF9F6-C00D-45F6-867A-37795F7A5B9F}" srcOrd="1" destOrd="0" presId="urn:microsoft.com/office/officeart/2005/8/layout/process4"/>
    <dgm:cxn modelId="{3A77E339-9D84-4515-AA45-2208916F62F0}" type="presParOf" srcId="{5A2B8EF7-C115-4B33-B2FB-7B4C96842123}" destId="{6DDD92F1-9D10-4138-80AF-7B74B6831128}" srcOrd="2" destOrd="0" presId="urn:microsoft.com/office/officeart/2005/8/layout/process4"/>
    <dgm:cxn modelId="{C1791B61-474F-478B-9D0C-E17835790C24}" type="presParOf" srcId="{6DDD92F1-9D10-4138-80AF-7B74B6831128}" destId="{D71EC20E-1720-4B94-B8E5-F91054DED483}" srcOrd="0" destOrd="0" presId="urn:microsoft.com/office/officeart/2005/8/layout/process4"/>
    <dgm:cxn modelId="{F0C6972B-EBA5-471A-AA90-179C9B0D545C}" type="presParOf" srcId="{6DDD92F1-9D10-4138-80AF-7B74B6831128}" destId="{7BFBDCF5-AF92-4A8E-93F2-FCFCC85BCA01}" srcOrd="1" destOrd="0" presId="urn:microsoft.com/office/officeart/2005/8/layout/process4"/>
    <dgm:cxn modelId="{6CA8C39D-DFC8-48DC-87D6-2D0B46D43F55}" type="presParOf" srcId="{5336DBF0-57B1-41F0-88BD-24897942A854}" destId="{57731DAC-4835-44A6-9002-F3E1C512CF03}" srcOrd="1" destOrd="0" presId="urn:microsoft.com/office/officeart/2005/8/layout/process4"/>
    <dgm:cxn modelId="{B50F083A-7994-4A34-BF61-AB369B06E719}" type="presParOf" srcId="{5336DBF0-57B1-41F0-88BD-24897942A854}" destId="{BA6F024B-CB14-40D7-B7BA-DC644F767DBA}" srcOrd="2" destOrd="0" presId="urn:microsoft.com/office/officeart/2005/8/layout/process4"/>
    <dgm:cxn modelId="{7C32DB9F-2E3D-47A5-8B1C-355917FEF524}" type="presParOf" srcId="{BA6F024B-CB14-40D7-B7BA-DC644F767DBA}" destId="{87854750-C705-44C4-8FB3-F6EB42A03BF3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4233DF5-9CA4-425F-8128-E6316C74D09F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32ECB0B9-5E3D-4103-9391-B2E3FDAA27B7}">
      <dgm:prSet/>
      <dgm:spPr/>
      <dgm:t>
        <a:bodyPr/>
        <a:lstStyle/>
        <a:p>
          <a:r>
            <a:rPr lang="es-CO" dirty="0" err="1">
              <a:latin typeface="Consolas" panose="020B0609020204030204" pitchFamily="49" charset="0"/>
            </a:rPr>
            <a:t>python</a:t>
          </a:r>
          <a:r>
            <a:rPr lang="es-CO" dirty="0">
              <a:latin typeface="Consolas" panose="020B0609020204030204" pitchFamily="49" charset="0"/>
            </a:rPr>
            <a:t> -m src.pipeline.w06_pipeline --</a:t>
          </a:r>
          <a:r>
            <a:rPr lang="es-CO" dirty="0" err="1">
              <a:latin typeface="Consolas" panose="020B0609020204030204" pitchFamily="49" charset="0"/>
            </a:rPr>
            <a:t>mode</a:t>
          </a:r>
          <a:r>
            <a:rPr lang="es-CO" dirty="0">
              <a:latin typeface="Consolas" panose="020B0609020204030204" pitchFamily="49" charset="0"/>
            </a:rPr>
            <a:t> </a:t>
          </a:r>
          <a:r>
            <a:rPr lang="es-CO" dirty="0" err="1">
              <a:latin typeface="Consolas" panose="020B0609020204030204" pitchFamily="49" charset="0"/>
            </a:rPr>
            <a:t>all</a:t>
          </a:r>
          <a:endParaRPr lang="en-US" dirty="0">
            <a:latin typeface="Consolas" panose="020B0609020204030204" pitchFamily="49" charset="0"/>
          </a:endParaRPr>
        </a:p>
      </dgm:t>
    </dgm:pt>
    <dgm:pt modelId="{E97B2D8B-E90F-425E-A694-55B22BC8C3B1}" type="parTrans" cxnId="{0063C3F1-7B16-4D15-ADE8-9EA68543F053}">
      <dgm:prSet/>
      <dgm:spPr/>
      <dgm:t>
        <a:bodyPr/>
        <a:lstStyle/>
        <a:p>
          <a:endParaRPr lang="en-US"/>
        </a:p>
      </dgm:t>
    </dgm:pt>
    <dgm:pt modelId="{98BEDEF6-51F6-4BB3-AB65-63D378E7FE0F}" type="sibTrans" cxnId="{0063C3F1-7B16-4D15-ADE8-9EA68543F053}">
      <dgm:prSet/>
      <dgm:spPr/>
      <dgm:t>
        <a:bodyPr/>
        <a:lstStyle/>
        <a:p>
          <a:endParaRPr lang="en-US"/>
        </a:p>
      </dgm:t>
    </dgm:pt>
    <dgm:pt modelId="{BB0E2383-C0DA-464C-8182-E2FD1AB76FC2}">
      <dgm:prSet/>
      <dgm:spPr/>
      <dgm:t>
        <a:bodyPr/>
        <a:lstStyle/>
        <a:p>
          <a:r>
            <a:rPr lang="es-CO" dirty="0" err="1">
              <a:latin typeface="Consolas" panose="020B0609020204030204" pitchFamily="49" charset="0"/>
            </a:rPr>
            <a:t>python</a:t>
          </a:r>
          <a:r>
            <a:rPr lang="es-CO" dirty="0">
              <a:latin typeface="Consolas" panose="020B0609020204030204" pitchFamily="49" charset="0"/>
            </a:rPr>
            <a:t> src/pipeline/w06_pipeline.py --</a:t>
          </a:r>
          <a:r>
            <a:rPr lang="es-CO" dirty="0" err="1">
              <a:latin typeface="Consolas" panose="020B0609020204030204" pitchFamily="49" charset="0"/>
            </a:rPr>
            <a:t>mode</a:t>
          </a:r>
          <a:r>
            <a:rPr lang="es-CO" dirty="0">
              <a:latin typeface="Consolas" panose="020B0609020204030204" pitchFamily="49" charset="0"/>
            </a:rPr>
            <a:t> </a:t>
          </a:r>
          <a:r>
            <a:rPr lang="es-CO" dirty="0" err="1">
              <a:latin typeface="Consolas" panose="020B0609020204030204" pitchFamily="49" charset="0"/>
            </a:rPr>
            <a:t>all</a:t>
          </a:r>
          <a:endParaRPr lang="en-US" dirty="0">
            <a:latin typeface="Consolas" panose="020B0609020204030204" pitchFamily="49" charset="0"/>
          </a:endParaRPr>
        </a:p>
      </dgm:t>
    </dgm:pt>
    <dgm:pt modelId="{81F6934B-E843-4B7C-8684-CD30FB039E1B}" type="parTrans" cxnId="{76629C8A-662B-4036-9477-3ABB62E92041}">
      <dgm:prSet/>
      <dgm:spPr/>
      <dgm:t>
        <a:bodyPr/>
        <a:lstStyle/>
        <a:p>
          <a:endParaRPr lang="en-US"/>
        </a:p>
      </dgm:t>
    </dgm:pt>
    <dgm:pt modelId="{A921E032-FBA8-40A1-B386-A3E8DEA884E8}" type="sibTrans" cxnId="{76629C8A-662B-4036-9477-3ABB62E92041}">
      <dgm:prSet/>
      <dgm:spPr/>
      <dgm:t>
        <a:bodyPr/>
        <a:lstStyle/>
        <a:p>
          <a:endParaRPr lang="en-US"/>
        </a:p>
      </dgm:t>
    </dgm:pt>
    <dgm:pt modelId="{C403E215-4BB4-445D-887D-E50025662CE9}" type="pres">
      <dgm:prSet presAssocID="{14233DF5-9CA4-425F-8128-E6316C74D09F}" presName="root" presStyleCnt="0">
        <dgm:presLayoutVars>
          <dgm:dir/>
          <dgm:resizeHandles val="exact"/>
        </dgm:presLayoutVars>
      </dgm:prSet>
      <dgm:spPr/>
    </dgm:pt>
    <dgm:pt modelId="{BBC2D030-4582-47EC-A663-F311BC2EBC2B}" type="pres">
      <dgm:prSet presAssocID="{32ECB0B9-5E3D-4103-9391-B2E3FDAA27B7}" presName="compNode" presStyleCnt="0"/>
      <dgm:spPr/>
    </dgm:pt>
    <dgm:pt modelId="{9700FDF4-E0F4-49AA-B7DD-2E837BE486C9}" type="pres">
      <dgm:prSet presAssocID="{32ECB0B9-5E3D-4103-9391-B2E3FDAA27B7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ador"/>
        </a:ext>
      </dgm:extLst>
    </dgm:pt>
    <dgm:pt modelId="{7749E8B2-229D-4A6D-ACB3-62CB985E0CDE}" type="pres">
      <dgm:prSet presAssocID="{32ECB0B9-5E3D-4103-9391-B2E3FDAA27B7}" presName="spaceRect" presStyleCnt="0"/>
      <dgm:spPr/>
    </dgm:pt>
    <dgm:pt modelId="{9EBE2436-239B-4B0B-A9EF-C2DE656D17AD}" type="pres">
      <dgm:prSet presAssocID="{32ECB0B9-5E3D-4103-9391-B2E3FDAA27B7}" presName="textRect" presStyleLbl="revTx" presStyleIdx="0" presStyleCnt="2">
        <dgm:presLayoutVars>
          <dgm:chMax val="1"/>
          <dgm:chPref val="1"/>
        </dgm:presLayoutVars>
      </dgm:prSet>
      <dgm:spPr/>
    </dgm:pt>
    <dgm:pt modelId="{C9B5313E-B1A8-4C59-97DF-C2888EED2F7B}" type="pres">
      <dgm:prSet presAssocID="{98BEDEF6-51F6-4BB3-AB65-63D378E7FE0F}" presName="sibTrans" presStyleCnt="0"/>
      <dgm:spPr/>
    </dgm:pt>
    <dgm:pt modelId="{37AE054A-E807-4FD2-A517-CA0DBE148741}" type="pres">
      <dgm:prSet presAssocID="{BB0E2383-C0DA-464C-8182-E2FD1AB76FC2}" presName="compNode" presStyleCnt="0"/>
      <dgm:spPr/>
    </dgm:pt>
    <dgm:pt modelId="{827BD7F6-E401-41C1-BD2E-7D0A7217E162}" type="pres">
      <dgm:prSet presAssocID="{BB0E2383-C0DA-464C-8182-E2FD1AB76FC2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ador"/>
        </a:ext>
      </dgm:extLst>
    </dgm:pt>
    <dgm:pt modelId="{A4045706-52DA-477B-A284-B05C26A4F5F0}" type="pres">
      <dgm:prSet presAssocID="{BB0E2383-C0DA-464C-8182-E2FD1AB76FC2}" presName="spaceRect" presStyleCnt="0"/>
      <dgm:spPr/>
    </dgm:pt>
    <dgm:pt modelId="{D5AEC435-DF86-42BF-916B-B6FFBE70A072}" type="pres">
      <dgm:prSet presAssocID="{BB0E2383-C0DA-464C-8182-E2FD1AB76FC2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DC5DB74D-E9F5-40F5-9FC3-5DA2F80C0B33}" type="presOf" srcId="{14233DF5-9CA4-425F-8128-E6316C74D09F}" destId="{C403E215-4BB4-445D-887D-E50025662CE9}" srcOrd="0" destOrd="0" presId="urn:microsoft.com/office/officeart/2018/2/layout/IconLabelList"/>
    <dgm:cxn modelId="{76629C8A-662B-4036-9477-3ABB62E92041}" srcId="{14233DF5-9CA4-425F-8128-E6316C74D09F}" destId="{BB0E2383-C0DA-464C-8182-E2FD1AB76FC2}" srcOrd="1" destOrd="0" parTransId="{81F6934B-E843-4B7C-8684-CD30FB039E1B}" sibTransId="{A921E032-FBA8-40A1-B386-A3E8DEA884E8}"/>
    <dgm:cxn modelId="{8D393EAD-3DED-4A82-84F3-2DC3E0B39F4C}" type="presOf" srcId="{BB0E2383-C0DA-464C-8182-E2FD1AB76FC2}" destId="{D5AEC435-DF86-42BF-916B-B6FFBE70A072}" srcOrd="0" destOrd="0" presId="urn:microsoft.com/office/officeart/2018/2/layout/IconLabelList"/>
    <dgm:cxn modelId="{458A77B9-07C8-4734-A220-C06022E2721F}" type="presOf" srcId="{32ECB0B9-5E3D-4103-9391-B2E3FDAA27B7}" destId="{9EBE2436-239B-4B0B-A9EF-C2DE656D17AD}" srcOrd="0" destOrd="0" presId="urn:microsoft.com/office/officeart/2018/2/layout/IconLabelList"/>
    <dgm:cxn modelId="{0063C3F1-7B16-4D15-ADE8-9EA68543F053}" srcId="{14233DF5-9CA4-425F-8128-E6316C74D09F}" destId="{32ECB0B9-5E3D-4103-9391-B2E3FDAA27B7}" srcOrd="0" destOrd="0" parTransId="{E97B2D8B-E90F-425E-A694-55B22BC8C3B1}" sibTransId="{98BEDEF6-51F6-4BB3-AB65-63D378E7FE0F}"/>
    <dgm:cxn modelId="{36B2A7BB-2775-4354-A97F-447B2BF6BA57}" type="presParOf" srcId="{C403E215-4BB4-445D-887D-E50025662CE9}" destId="{BBC2D030-4582-47EC-A663-F311BC2EBC2B}" srcOrd="0" destOrd="0" presId="urn:microsoft.com/office/officeart/2018/2/layout/IconLabelList"/>
    <dgm:cxn modelId="{2E8F71A8-23E3-48B3-8E59-7E2858F684D1}" type="presParOf" srcId="{BBC2D030-4582-47EC-A663-F311BC2EBC2B}" destId="{9700FDF4-E0F4-49AA-B7DD-2E837BE486C9}" srcOrd="0" destOrd="0" presId="urn:microsoft.com/office/officeart/2018/2/layout/IconLabelList"/>
    <dgm:cxn modelId="{E7AB90DD-8504-4E8D-A25C-013695A081B9}" type="presParOf" srcId="{BBC2D030-4582-47EC-A663-F311BC2EBC2B}" destId="{7749E8B2-229D-4A6D-ACB3-62CB985E0CDE}" srcOrd="1" destOrd="0" presId="urn:microsoft.com/office/officeart/2018/2/layout/IconLabelList"/>
    <dgm:cxn modelId="{65591378-C059-4B8C-BA2B-08DBB556813B}" type="presParOf" srcId="{BBC2D030-4582-47EC-A663-F311BC2EBC2B}" destId="{9EBE2436-239B-4B0B-A9EF-C2DE656D17AD}" srcOrd="2" destOrd="0" presId="urn:microsoft.com/office/officeart/2018/2/layout/IconLabelList"/>
    <dgm:cxn modelId="{8BEACB03-F918-4D23-922D-58F876F03E56}" type="presParOf" srcId="{C403E215-4BB4-445D-887D-E50025662CE9}" destId="{C9B5313E-B1A8-4C59-97DF-C2888EED2F7B}" srcOrd="1" destOrd="0" presId="urn:microsoft.com/office/officeart/2018/2/layout/IconLabelList"/>
    <dgm:cxn modelId="{13906E5E-143E-4376-A471-2824EB9C418B}" type="presParOf" srcId="{C403E215-4BB4-445D-887D-E50025662CE9}" destId="{37AE054A-E807-4FD2-A517-CA0DBE148741}" srcOrd="2" destOrd="0" presId="urn:microsoft.com/office/officeart/2018/2/layout/IconLabelList"/>
    <dgm:cxn modelId="{F863B136-0C49-4038-8553-9A3E7430BB27}" type="presParOf" srcId="{37AE054A-E807-4FD2-A517-CA0DBE148741}" destId="{827BD7F6-E401-41C1-BD2E-7D0A7217E162}" srcOrd="0" destOrd="0" presId="urn:microsoft.com/office/officeart/2018/2/layout/IconLabelList"/>
    <dgm:cxn modelId="{D23D6AB0-C809-42F3-BB8A-CE2775F5D216}" type="presParOf" srcId="{37AE054A-E807-4FD2-A517-CA0DBE148741}" destId="{A4045706-52DA-477B-A284-B05C26A4F5F0}" srcOrd="1" destOrd="0" presId="urn:microsoft.com/office/officeart/2018/2/layout/IconLabelList"/>
    <dgm:cxn modelId="{247891AD-E905-48AA-B293-B56FB2784750}" type="presParOf" srcId="{37AE054A-E807-4FD2-A517-CA0DBE148741}" destId="{D5AEC435-DF86-42BF-916B-B6FFBE70A07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F840D6-C0A8-4042-8FE2-716DE69BD941}">
      <dsp:nvSpPr>
        <dsp:cNvPr id="0" name=""/>
        <dsp:cNvSpPr/>
      </dsp:nvSpPr>
      <dsp:spPr>
        <a:xfrm>
          <a:off x="0" y="0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0422F5-06D4-4A41-8F0F-24DBBFC22D19}">
      <dsp:nvSpPr>
        <dsp:cNvPr id="0" name=""/>
        <dsp:cNvSpPr/>
      </dsp:nvSpPr>
      <dsp:spPr>
        <a:xfrm>
          <a:off x="0" y="0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3000" b="1" kern="1200"/>
            <a:t>Notebooks:</a:t>
          </a:r>
          <a:r>
            <a:rPr lang="es-CO" sz="3000" kern="1200"/>
            <a:t> orden de celdas, variables, estado oculto</a:t>
          </a:r>
          <a:endParaRPr lang="en-US" sz="3000" kern="1200"/>
        </a:p>
      </dsp:txBody>
      <dsp:txXfrm>
        <a:off x="0" y="0"/>
        <a:ext cx="10515600" cy="1087834"/>
      </dsp:txXfrm>
    </dsp:sp>
    <dsp:sp modelId="{EAE18621-EAC2-41B8-BB2A-663426A4F91A}">
      <dsp:nvSpPr>
        <dsp:cNvPr id="0" name=""/>
        <dsp:cNvSpPr/>
      </dsp:nvSpPr>
      <dsp:spPr>
        <a:xfrm>
          <a:off x="0" y="1087834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2A497E-CAD7-4AEE-B46C-130D766698B5}">
      <dsp:nvSpPr>
        <dsp:cNvPr id="0" name=""/>
        <dsp:cNvSpPr/>
      </dsp:nvSpPr>
      <dsp:spPr>
        <a:xfrm>
          <a:off x="0" y="1087834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3000" b="1" kern="1200"/>
            <a:t>Resultado:</a:t>
          </a:r>
          <a:r>
            <a:rPr lang="es-CO" sz="3000" kern="1200"/>
            <a:t> “a mí me funciona” / “a ti no”</a:t>
          </a:r>
          <a:endParaRPr lang="en-US" sz="3000" kern="1200"/>
        </a:p>
      </dsp:txBody>
      <dsp:txXfrm>
        <a:off x="0" y="1087834"/>
        <a:ext cx="10515600" cy="1087834"/>
      </dsp:txXfrm>
    </dsp:sp>
    <dsp:sp modelId="{4EF51093-9423-4000-A991-C3B0F7C05B92}">
      <dsp:nvSpPr>
        <dsp:cNvPr id="0" name=""/>
        <dsp:cNvSpPr/>
      </dsp:nvSpPr>
      <dsp:spPr>
        <a:xfrm>
          <a:off x="0" y="217566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4BC398-3CEF-4B2C-977D-945B3695A487}">
      <dsp:nvSpPr>
        <dsp:cNvPr id="0" name=""/>
        <dsp:cNvSpPr/>
      </dsp:nvSpPr>
      <dsp:spPr>
        <a:xfrm>
          <a:off x="0" y="2175669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3000" b="1" kern="1200"/>
            <a:t>Pipeline:</a:t>
          </a:r>
          <a:r>
            <a:rPr lang="es-CO" sz="3000" kern="1200"/>
            <a:t> pasos explícitos, logs, outputs, evidencia</a:t>
          </a:r>
          <a:endParaRPr lang="en-US" sz="3000" kern="1200"/>
        </a:p>
      </dsp:txBody>
      <dsp:txXfrm>
        <a:off x="0" y="2175669"/>
        <a:ext cx="10515600" cy="1087834"/>
      </dsp:txXfrm>
    </dsp:sp>
    <dsp:sp modelId="{36393493-A637-4EFC-95A8-529E4EAB9E1D}">
      <dsp:nvSpPr>
        <dsp:cNvPr id="0" name=""/>
        <dsp:cNvSpPr/>
      </dsp:nvSpPr>
      <dsp:spPr>
        <a:xfrm>
          <a:off x="0" y="3263503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1E628B-932D-4366-9D42-C65537C619F0}">
      <dsp:nvSpPr>
        <dsp:cNvPr id="0" name=""/>
        <dsp:cNvSpPr/>
      </dsp:nvSpPr>
      <dsp:spPr>
        <a:xfrm>
          <a:off x="0" y="3263503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3000" kern="1200"/>
            <a:t>Si mañana cambian el CSV o el DB, ¿cómo lo corro otra vez sin adivinar el orden?</a:t>
          </a:r>
          <a:endParaRPr lang="en-US" sz="3000" kern="1200"/>
        </a:p>
      </dsp:txBody>
      <dsp:txXfrm>
        <a:off x="0" y="3263503"/>
        <a:ext cx="10515600" cy="10878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525EEF-469F-4D15-8BC6-1F609409B4CB}">
      <dsp:nvSpPr>
        <dsp:cNvPr id="0" name=""/>
        <dsp:cNvSpPr/>
      </dsp:nvSpPr>
      <dsp:spPr>
        <a:xfrm>
          <a:off x="0" y="1305763"/>
          <a:ext cx="10515600" cy="1741017"/>
        </a:xfrm>
        <a:prstGeom prst="notchedRightArrow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D38100-6086-482E-885B-5DE04A128FA2}">
      <dsp:nvSpPr>
        <dsp:cNvPr id="0" name=""/>
        <dsp:cNvSpPr/>
      </dsp:nvSpPr>
      <dsp:spPr>
        <a:xfrm>
          <a:off x="4159" y="0"/>
          <a:ext cx="1818408" cy="1741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b" anchorCtr="1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800" b="1" kern="1200"/>
            <a:t>RAW view</a:t>
          </a:r>
          <a:r>
            <a:rPr lang="es-CO" sz="1800" kern="1200"/>
            <a:t> </a:t>
          </a:r>
          <a:endParaRPr lang="es-CO" sz="1800" kern="1200" dirty="0"/>
        </a:p>
        <a:p>
          <a:pPr marL="114300" lvl="1" indent="-114300" algn="l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400" kern="1200" dirty="0" err="1">
              <a:latin typeface="Consolas" panose="020B0609020204030204" pitchFamily="49" charset="0"/>
            </a:rPr>
            <a:t>raw_ps</a:t>
          </a:r>
          <a:r>
            <a:rPr lang="es-CO" sz="1400" kern="1200" dirty="0"/>
            <a:t> sobre CSV  </a:t>
          </a:r>
        </a:p>
      </dsp:txBody>
      <dsp:txXfrm>
        <a:off x="4159" y="0"/>
        <a:ext cx="1818408" cy="1741017"/>
      </dsp:txXfrm>
    </dsp:sp>
    <dsp:sp modelId="{9D428792-E3A6-42DE-8096-80297F6FE0D7}">
      <dsp:nvSpPr>
        <dsp:cNvPr id="0" name=""/>
        <dsp:cNvSpPr/>
      </dsp:nvSpPr>
      <dsp:spPr>
        <a:xfrm>
          <a:off x="695735" y="1958644"/>
          <a:ext cx="435254" cy="43525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0351E9-FFCF-4C37-B971-682B2DF51FD1}">
      <dsp:nvSpPr>
        <dsp:cNvPr id="0" name=""/>
        <dsp:cNvSpPr/>
      </dsp:nvSpPr>
      <dsp:spPr>
        <a:xfrm>
          <a:off x="1913487" y="2611526"/>
          <a:ext cx="1818408" cy="1741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1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800" b="1" kern="1200"/>
            <a:t>SILVER table</a:t>
          </a:r>
          <a:r>
            <a:rPr lang="es-CO" sz="1800" kern="1200"/>
            <a:t> </a:t>
          </a:r>
          <a:endParaRPr lang="es-CO" sz="1800" kern="1200" dirty="0"/>
        </a:p>
        <a:p>
          <a:pPr marL="114300" lvl="1" indent="-114300" algn="l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400" kern="1200" dirty="0" err="1">
              <a:latin typeface="Consolas" panose="020B0609020204030204" pitchFamily="49" charset="0"/>
            </a:rPr>
            <a:t>silver</a:t>
          </a:r>
          <a:r>
            <a:rPr lang="es-CO" sz="1400" kern="1200" err="1">
              <a:latin typeface="Consolas" panose="020B0609020204030204" pitchFamily="49" charset="0"/>
            </a:rPr>
            <a:t>_</a:t>
          </a:r>
          <a:r>
            <a:rPr lang="es-CO" sz="1400" kern="1200">
              <a:latin typeface="Consolas" panose="020B0609020204030204" pitchFamily="49" charset="0"/>
            </a:rPr>
            <a:t>planet</a:t>
          </a:r>
          <a:endParaRPr lang="es-CO" sz="1400" kern="1200" dirty="0"/>
        </a:p>
      </dsp:txBody>
      <dsp:txXfrm>
        <a:off x="1913487" y="2611526"/>
        <a:ext cx="1818408" cy="1741017"/>
      </dsp:txXfrm>
    </dsp:sp>
    <dsp:sp modelId="{1A535B7F-2EED-4A4D-BAA1-5AD2EE0A979E}">
      <dsp:nvSpPr>
        <dsp:cNvPr id="0" name=""/>
        <dsp:cNvSpPr/>
      </dsp:nvSpPr>
      <dsp:spPr>
        <a:xfrm>
          <a:off x="2605064" y="1958644"/>
          <a:ext cx="435254" cy="43525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049F5D-D901-4480-96A1-42A24F62B9F2}">
      <dsp:nvSpPr>
        <dsp:cNvPr id="0" name=""/>
        <dsp:cNvSpPr/>
      </dsp:nvSpPr>
      <dsp:spPr>
        <a:xfrm>
          <a:off x="3822815" y="0"/>
          <a:ext cx="1818408" cy="1741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b" anchorCtr="1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800" b="1" kern="1200"/>
            <a:t>DIMS+FACTS</a:t>
          </a:r>
          <a:r>
            <a:rPr lang="es-CO" sz="1800" kern="1200"/>
            <a:t> </a:t>
          </a:r>
          <a:endParaRPr lang="es-CO" sz="1800" kern="1200" dirty="0"/>
        </a:p>
        <a:p>
          <a:pPr marL="114300" lvl="1" indent="-114300" algn="l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400" kern="1200" dirty="0" err="1">
              <a:latin typeface="Consolas" panose="020B0609020204030204" pitchFamily="49" charset="0"/>
            </a:rPr>
            <a:t>dim_host_sk</a:t>
          </a:r>
          <a:endParaRPr lang="es-CO" sz="1400" kern="1200" dirty="0"/>
        </a:p>
        <a:p>
          <a:pPr marL="114300" lvl="1" indent="-114300" algn="l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400" kern="1200" dirty="0" err="1">
              <a:latin typeface="Consolas" panose="020B0609020204030204" pitchFamily="49" charset="0"/>
            </a:rPr>
            <a:t>fact_planet_s</a:t>
          </a:r>
          <a:r>
            <a:rPr lang="es-CO" sz="1400" kern="1200" dirty="0" err="1"/>
            <a:t>k</a:t>
          </a:r>
          <a:endParaRPr lang="es-CO" sz="1400" kern="1200" dirty="0"/>
        </a:p>
      </dsp:txBody>
      <dsp:txXfrm>
        <a:off x="3822815" y="0"/>
        <a:ext cx="1818408" cy="1741017"/>
      </dsp:txXfrm>
    </dsp:sp>
    <dsp:sp modelId="{8B4A2CC2-B241-474D-991C-8BBE9C1181E2}">
      <dsp:nvSpPr>
        <dsp:cNvPr id="0" name=""/>
        <dsp:cNvSpPr/>
      </dsp:nvSpPr>
      <dsp:spPr>
        <a:xfrm>
          <a:off x="4514392" y="1958644"/>
          <a:ext cx="435254" cy="43525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CE4EE4-BEA8-40D0-966D-406E25AC23B3}">
      <dsp:nvSpPr>
        <dsp:cNvPr id="0" name=""/>
        <dsp:cNvSpPr/>
      </dsp:nvSpPr>
      <dsp:spPr>
        <a:xfrm>
          <a:off x="5732144" y="2611526"/>
          <a:ext cx="1818408" cy="1741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1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800" b="1" kern="1200"/>
            <a:t>GOLD views</a:t>
          </a:r>
          <a:endParaRPr lang="es-CO" sz="1800" kern="1200" dirty="0"/>
        </a:p>
        <a:p>
          <a:pPr marL="114300" lvl="1" indent="-114300" algn="l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400" kern="1200" dirty="0" err="1">
              <a:latin typeface="Consolas" panose="020B0609020204030204" pitchFamily="49" charset="0"/>
            </a:rPr>
            <a:t>gold_by</a:t>
          </a:r>
          <a:r>
            <a:rPr lang="es-CO" sz="1400" kern="1200" dirty="0">
              <a:latin typeface="Consolas" panose="020B0609020204030204" pitchFamily="49" charset="0"/>
            </a:rPr>
            <a:t>_*</a:t>
          </a:r>
          <a:endParaRPr lang="es-CO" sz="1400" kern="1200" dirty="0"/>
        </a:p>
      </dsp:txBody>
      <dsp:txXfrm>
        <a:off x="5732144" y="2611526"/>
        <a:ext cx="1818408" cy="1741017"/>
      </dsp:txXfrm>
    </dsp:sp>
    <dsp:sp modelId="{1B206445-8FDD-4887-B73E-5FDCC37E0139}">
      <dsp:nvSpPr>
        <dsp:cNvPr id="0" name=""/>
        <dsp:cNvSpPr/>
      </dsp:nvSpPr>
      <dsp:spPr>
        <a:xfrm>
          <a:off x="6423721" y="1958644"/>
          <a:ext cx="435254" cy="43525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E2394A-AD8D-4119-A38F-F1BDFF8884AC}">
      <dsp:nvSpPr>
        <dsp:cNvPr id="0" name=""/>
        <dsp:cNvSpPr/>
      </dsp:nvSpPr>
      <dsp:spPr>
        <a:xfrm>
          <a:off x="7641472" y="0"/>
          <a:ext cx="1818408" cy="1741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b" anchorCtr="1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800" b="1" kern="1200"/>
            <a:t>EXPORT</a:t>
          </a:r>
          <a:endParaRPr lang="es-CO" sz="1800" kern="1200" dirty="0"/>
        </a:p>
        <a:p>
          <a:pPr marL="114300" lvl="1" indent="-114300" algn="l" defTabSz="6223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400" kern="1200" dirty="0"/>
            <a:t>CSV en </a:t>
          </a:r>
          <a:r>
            <a:rPr lang="es-CO" sz="1400" kern="1200" dirty="0" err="1">
              <a:latin typeface="Consolas" panose="020B0609020204030204" pitchFamily="49" charset="0"/>
            </a:rPr>
            <a:t>artifacts</a:t>
          </a:r>
          <a:r>
            <a:rPr lang="es-CO" sz="1400" kern="1200" dirty="0">
              <a:latin typeface="Consolas" panose="020B0609020204030204" pitchFamily="49" charset="0"/>
            </a:rPr>
            <a:t>/</a:t>
          </a:r>
          <a:endParaRPr lang="es-CO" sz="1400" kern="1200" dirty="0"/>
        </a:p>
      </dsp:txBody>
      <dsp:txXfrm>
        <a:off x="7641472" y="0"/>
        <a:ext cx="1818408" cy="1741017"/>
      </dsp:txXfrm>
    </dsp:sp>
    <dsp:sp modelId="{081B0711-9A1D-4F17-9E7E-5C9DD06902C1}">
      <dsp:nvSpPr>
        <dsp:cNvPr id="0" name=""/>
        <dsp:cNvSpPr/>
      </dsp:nvSpPr>
      <dsp:spPr>
        <a:xfrm>
          <a:off x="8333049" y="1958644"/>
          <a:ext cx="435254" cy="43525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BAF9F6-C00D-45F6-867A-37795F7A5B9F}">
      <dsp:nvSpPr>
        <dsp:cNvPr id="0" name=""/>
        <dsp:cNvSpPr/>
      </dsp:nvSpPr>
      <dsp:spPr>
        <a:xfrm>
          <a:off x="0" y="3291729"/>
          <a:ext cx="6666833" cy="215973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8920" tIns="248920" rIns="248920" bIns="24892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3500" kern="1200"/>
            <a:t>Cómo lo logramos:</a:t>
          </a:r>
          <a:endParaRPr lang="en-US" sz="3500" kern="1200"/>
        </a:p>
      </dsp:txBody>
      <dsp:txXfrm>
        <a:off x="0" y="3291729"/>
        <a:ext cx="6666833" cy="1166254"/>
      </dsp:txXfrm>
    </dsp:sp>
    <dsp:sp modelId="{D71EC20E-1720-4B94-B8E5-F91054DED483}">
      <dsp:nvSpPr>
        <dsp:cNvPr id="0" name=""/>
        <dsp:cNvSpPr/>
      </dsp:nvSpPr>
      <dsp:spPr>
        <a:xfrm>
          <a:off x="0" y="4414789"/>
          <a:ext cx="3333416" cy="993476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27940" rIns="156464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200" kern="1200"/>
            <a:t>‘DROP TABLE IF EXISTS ...’ y ‘DROP VIEW IF EXISTS ...’ antes de crear</a:t>
          </a:r>
          <a:endParaRPr lang="en-US" sz="2200" kern="1200"/>
        </a:p>
      </dsp:txBody>
      <dsp:txXfrm>
        <a:off x="0" y="4414789"/>
        <a:ext cx="3333416" cy="993476"/>
      </dsp:txXfrm>
    </dsp:sp>
    <dsp:sp modelId="{7BFBDCF5-AF92-4A8E-93F2-FCFCC85BCA01}">
      <dsp:nvSpPr>
        <dsp:cNvPr id="0" name=""/>
        <dsp:cNvSpPr/>
      </dsp:nvSpPr>
      <dsp:spPr>
        <a:xfrm>
          <a:off x="3333416" y="4414789"/>
          <a:ext cx="3333416" cy="993476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27940" rIns="156464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200" kern="1200"/>
            <a:t>Crear siempre desde fuentes deterministas (CSV + DuckDB)</a:t>
          </a:r>
          <a:endParaRPr lang="en-US" sz="2200" kern="1200"/>
        </a:p>
      </dsp:txBody>
      <dsp:txXfrm>
        <a:off x="3333416" y="4414789"/>
        <a:ext cx="3333416" cy="993476"/>
      </dsp:txXfrm>
    </dsp:sp>
    <dsp:sp modelId="{87854750-C705-44C4-8FB3-F6EB42A03BF3}">
      <dsp:nvSpPr>
        <dsp:cNvPr id="0" name=""/>
        <dsp:cNvSpPr/>
      </dsp:nvSpPr>
      <dsp:spPr>
        <a:xfrm rot="10800000">
          <a:off x="0" y="2459"/>
          <a:ext cx="6666833" cy="3321666"/>
        </a:xfrm>
        <a:prstGeom prst="upArrowCallou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8920" tIns="248920" rIns="248920" bIns="24892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3500" b="1" kern="1200"/>
            <a:t>Definición:</a:t>
          </a:r>
          <a:r>
            <a:rPr lang="es-CO" sz="3500" kern="1200"/>
            <a:t> “Correr 5 veces da el mismo resultado y no rompe.”</a:t>
          </a:r>
          <a:br>
            <a:rPr lang="es-CO" sz="3500" kern="1200"/>
          </a:br>
          <a:endParaRPr lang="en-US" sz="3500" kern="1200"/>
        </a:p>
      </dsp:txBody>
      <dsp:txXfrm rot="10800000">
        <a:off x="0" y="2459"/>
        <a:ext cx="6666833" cy="215831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00FDF4-E0F4-49AA-B7DD-2E837BE486C9}">
      <dsp:nvSpPr>
        <dsp:cNvPr id="0" name=""/>
        <dsp:cNvSpPr/>
      </dsp:nvSpPr>
      <dsp:spPr>
        <a:xfrm>
          <a:off x="913019" y="619028"/>
          <a:ext cx="1377000" cy="1377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BE2436-239B-4B0B-A9EF-C2DE656D17AD}">
      <dsp:nvSpPr>
        <dsp:cNvPr id="0" name=""/>
        <dsp:cNvSpPr/>
      </dsp:nvSpPr>
      <dsp:spPr>
        <a:xfrm>
          <a:off x="71519" y="2366188"/>
          <a:ext cx="306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500" kern="1200" dirty="0" err="1">
              <a:latin typeface="Consolas" panose="020B0609020204030204" pitchFamily="49" charset="0"/>
            </a:rPr>
            <a:t>python</a:t>
          </a:r>
          <a:r>
            <a:rPr lang="es-CO" sz="1500" kern="1200" dirty="0">
              <a:latin typeface="Consolas" panose="020B0609020204030204" pitchFamily="49" charset="0"/>
            </a:rPr>
            <a:t> -m src.pipeline.w06_pipeline --</a:t>
          </a:r>
          <a:r>
            <a:rPr lang="es-CO" sz="1500" kern="1200" dirty="0" err="1">
              <a:latin typeface="Consolas" panose="020B0609020204030204" pitchFamily="49" charset="0"/>
            </a:rPr>
            <a:t>mode</a:t>
          </a:r>
          <a:r>
            <a:rPr lang="es-CO" sz="1500" kern="1200" dirty="0">
              <a:latin typeface="Consolas" panose="020B0609020204030204" pitchFamily="49" charset="0"/>
            </a:rPr>
            <a:t> </a:t>
          </a:r>
          <a:r>
            <a:rPr lang="es-CO" sz="1500" kern="1200" dirty="0" err="1">
              <a:latin typeface="Consolas" panose="020B0609020204030204" pitchFamily="49" charset="0"/>
            </a:rPr>
            <a:t>all</a:t>
          </a:r>
          <a:endParaRPr lang="en-US" sz="1500" kern="1200" dirty="0">
            <a:latin typeface="Consolas" panose="020B0609020204030204" pitchFamily="49" charset="0"/>
          </a:endParaRPr>
        </a:p>
      </dsp:txBody>
      <dsp:txXfrm>
        <a:off x="71519" y="2366188"/>
        <a:ext cx="3060000" cy="720000"/>
      </dsp:txXfrm>
    </dsp:sp>
    <dsp:sp modelId="{827BD7F6-E401-41C1-BD2E-7D0A7217E162}">
      <dsp:nvSpPr>
        <dsp:cNvPr id="0" name=""/>
        <dsp:cNvSpPr/>
      </dsp:nvSpPr>
      <dsp:spPr>
        <a:xfrm>
          <a:off x="4508519" y="619028"/>
          <a:ext cx="1377000" cy="1377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AEC435-DF86-42BF-916B-B6FFBE70A072}">
      <dsp:nvSpPr>
        <dsp:cNvPr id="0" name=""/>
        <dsp:cNvSpPr/>
      </dsp:nvSpPr>
      <dsp:spPr>
        <a:xfrm>
          <a:off x="3667019" y="2366188"/>
          <a:ext cx="306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500" kern="1200" dirty="0" err="1">
              <a:latin typeface="Consolas" panose="020B0609020204030204" pitchFamily="49" charset="0"/>
            </a:rPr>
            <a:t>python</a:t>
          </a:r>
          <a:r>
            <a:rPr lang="es-CO" sz="1500" kern="1200" dirty="0">
              <a:latin typeface="Consolas" panose="020B0609020204030204" pitchFamily="49" charset="0"/>
            </a:rPr>
            <a:t> src/pipeline/w06_pipeline.py --</a:t>
          </a:r>
          <a:r>
            <a:rPr lang="es-CO" sz="1500" kern="1200" dirty="0" err="1">
              <a:latin typeface="Consolas" panose="020B0609020204030204" pitchFamily="49" charset="0"/>
            </a:rPr>
            <a:t>mode</a:t>
          </a:r>
          <a:r>
            <a:rPr lang="es-CO" sz="1500" kern="1200" dirty="0">
              <a:latin typeface="Consolas" panose="020B0609020204030204" pitchFamily="49" charset="0"/>
            </a:rPr>
            <a:t> </a:t>
          </a:r>
          <a:r>
            <a:rPr lang="es-CO" sz="1500" kern="1200" dirty="0" err="1">
              <a:latin typeface="Consolas" panose="020B0609020204030204" pitchFamily="49" charset="0"/>
            </a:rPr>
            <a:t>all</a:t>
          </a:r>
          <a:endParaRPr lang="en-US" sz="1500" kern="1200" dirty="0">
            <a:latin typeface="Consolas" panose="020B0609020204030204" pitchFamily="49" charset="0"/>
          </a:endParaRPr>
        </a:p>
      </dsp:txBody>
      <dsp:txXfrm>
        <a:off x="3667019" y="2366188"/>
        <a:ext cx="306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DE72FA-9408-41EA-A0D5-DB4639E7E8A7}" type="datetimeFigureOut">
              <a:rPr lang="es-CO" smtClean="0"/>
              <a:t>27/01/2026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765992-CC10-4096-9AC1-69B1CB974C1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058009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dirty="0"/>
              <a:t>No es “programación avanzada”: es ingeniería mínima para correr lo mismo siempre. No es “programación avanzada”: es ingeniería mínima para correr lo mismo siempre.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765992-CC10-4096-9AC1-69B1CB974C19}" type="slidenum">
              <a:rPr lang="es-CO" smtClean="0"/>
              <a:t>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825513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765992-CC10-4096-9AC1-69B1CB974C19}" type="slidenum">
              <a:rPr lang="es-CO" smtClean="0"/>
              <a:t>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047109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es exactamente </a:t>
            </a:r>
            <a:r>
              <a:rPr lang="es-CO" dirty="0" err="1"/>
              <a:t>Bronze</a:t>
            </a:r>
            <a:r>
              <a:rPr lang="es-CO" dirty="0"/>
              <a:t>-lite → Silver → Gold, pero “ejecutable”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765992-CC10-4096-9AC1-69B1CB974C19}" type="slidenum">
              <a:rPr lang="es-CO" smtClean="0"/>
              <a:t>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451301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0A6327-8457-835D-DCA4-AC3A5E7FAB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BC41834-7D53-B997-3871-FC06B0BA8E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6A1007D-528A-3226-CA17-710B9C731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F42C7-710D-4842-8651-A039020B55CB}" type="datetimeFigureOut">
              <a:rPr lang="es-CO" smtClean="0"/>
              <a:t>27/01/2026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4695860-E1F8-96A3-72AD-90800BCBE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71E2521-89A3-7E7B-CD68-EA54D741F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3C151-8419-4A0B-8863-15C13EB8612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48649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36132B-BFC1-582A-E451-B43676E35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3CC094C-61D5-2842-4F78-0BDF213D4F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FC5325E-CF6B-FF07-7A39-3D5557C93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F42C7-710D-4842-8651-A039020B55CB}" type="datetimeFigureOut">
              <a:rPr lang="es-CO" smtClean="0"/>
              <a:t>27/01/2026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7BBDACC-28DC-5349-38B1-728916570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15BAF90-6773-D675-A178-747F22246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3C151-8419-4A0B-8863-15C13EB8612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84813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44FDBB-A6A4-71F3-9744-3715A0C8C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46926C8-2A36-C891-22BB-0779D3A7FD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42A3401-22BC-E894-572F-5A56FD6B8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F42C7-710D-4842-8651-A039020B55CB}" type="datetimeFigureOut">
              <a:rPr lang="es-CO" smtClean="0"/>
              <a:t>27/01/2026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55F2A90-2F3D-883C-15EE-2D30C0370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1273E40-812B-ED62-56BE-DA048EA8E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3C151-8419-4A0B-8863-15C13EB8612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49420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3F3583-8563-8210-7352-DFF784785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3192C53-0752-3308-95B2-2F018ADD18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ACEBEA4-5931-19BB-309B-8385EC6745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A1B0C58-F929-E83E-5A8B-3EBE251EE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F42C7-710D-4842-8651-A039020B55CB}" type="datetimeFigureOut">
              <a:rPr lang="es-CO" smtClean="0"/>
              <a:t>27/01/2026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6F63779-524A-E581-A366-8919B05DF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872675D-382C-096B-D3C3-21F1D3225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3C151-8419-4A0B-8863-15C13EB8612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7843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5B388C-BA6F-4385-036F-A7F813B38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114D806-C202-2478-0670-22E7290AC1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C832E9B-EC4A-C695-06B8-A9E9FCCD51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C7A92FD-48AE-D239-2DE4-8ED983D140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3781034-EE44-948C-04FB-C062836164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7004D49-8A03-51D0-5A98-7FDEB0C68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F42C7-710D-4842-8651-A039020B55CB}" type="datetimeFigureOut">
              <a:rPr lang="es-CO" smtClean="0"/>
              <a:t>27/01/2026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A10E320-6852-8681-C145-B67246329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90D73EB-ABCC-CD3E-42F5-49CADEC76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3C151-8419-4A0B-8863-15C13EB8612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15426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2EC2AA-1E17-C3B5-365D-765695684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B020058-A77A-8670-4249-981191AFF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F42C7-710D-4842-8651-A039020B55CB}" type="datetimeFigureOut">
              <a:rPr lang="es-CO" smtClean="0"/>
              <a:t>27/01/2026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97F9045-F682-F429-52F5-7605A689A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8EC56E1-12E0-4F7F-7F38-9B60D1476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3C151-8419-4A0B-8863-15C13EB8612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38915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DD1EC84-AE7A-F2DA-A130-8CD99D4B5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F42C7-710D-4842-8651-A039020B55CB}" type="datetimeFigureOut">
              <a:rPr lang="es-CO" smtClean="0"/>
              <a:t>27/01/2026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3C1CB95-ACD0-E637-A359-C852100C2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D0ABB6E-C336-49B7-C998-86C81A017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3C151-8419-4A0B-8863-15C13EB8612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21631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6F39FA-2352-1506-DB71-FB377CEA4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BEC4E77-69FF-016F-87C9-782EA4ED9D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5B085FD-82F2-C754-E18D-E92E2EC3CB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918CF27-BC4F-2FE8-BA5E-592DB2F92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F42C7-710D-4842-8651-A039020B55CB}" type="datetimeFigureOut">
              <a:rPr lang="es-CO" smtClean="0"/>
              <a:t>27/01/2026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FA31539-EFF0-A578-EC17-DF17F7A75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F42970B-5EC0-AD29-6549-1D40D41F6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3C151-8419-4A0B-8863-15C13EB8612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16260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F75FC0-40AD-F061-B41E-95B424C26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4F9C925-3E47-6CC9-0B0B-C2A7B2288C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330C56A-C849-789D-3528-44F5418EB2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08E4145-F141-3BEB-4A72-65C5BDB74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F42C7-710D-4842-8651-A039020B55CB}" type="datetimeFigureOut">
              <a:rPr lang="es-CO" smtClean="0"/>
              <a:t>27/01/2026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BEDC704-D0D5-400B-4AEC-629BEE64F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8F1D077-37D4-B618-5BB2-23C201AD7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3C151-8419-4A0B-8863-15C13EB8612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80348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A253E8-6E9C-BCCB-7729-FCA1B3CA9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844942F-51B2-3516-A321-64ED138C3C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430FCE5-9461-E134-2F7B-C8FFF69A7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F42C7-710D-4842-8651-A039020B55CB}" type="datetimeFigureOut">
              <a:rPr lang="es-CO" smtClean="0"/>
              <a:t>27/01/2026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78060CD-7056-FD88-FFDF-C510DCD5F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5220B86-B0F1-68C4-9AC5-1611B0BDA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3C151-8419-4A0B-8863-15C13EB8612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12967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E18275D-1977-3C56-AAD9-EF91B56545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2C4148F-87F1-6A22-7AFE-4117F7DB49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E86A52E-B90A-851E-D6ED-27B3A87BA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F42C7-710D-4842-8651-A039020B55CB}" type="datetimeFigureOut">
              <a:rPr lang="es-CO" smtClean="0"/>
              <a:t>27/01/2026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51F2186-76F6-53C0-F450-37F248BE4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9132D49-D81A-DDE5-C76D-BA655234A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3C151-8419-4A0B-8863-15C13EB8612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00864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F20884E-B710-66A3-F1FE-5043DEEE0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36F0A2C-3DF0-47D5-435E-8D76E819F5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4CB884F-B0DA-DE8C-616B-8A8B519609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4F42C7-710D-4842-8651-A039020B55CB}" type="datetimeFigureOut">
              <a:rPr lang="es-CO" smtClean="0"/>
              <a:t>27/01/2026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1DB0BEB-743E-DB3C-B54A-3AA9EC83F6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A15EB0B-41F4-4492-484C-A0731A254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53C151-8419-4A0B-8863-15C13EB8612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19783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2">
            <a:extLst>
              <a:ext uri="{FF2B5EF4-FFF2-40B4-BE49-F238E27FC236}">
                <a16:creationId xmlns:a16="http://schemas.microsoft.com/office/drawing/2014/main" id="{D47766EE-4192-4B2D-A5A0-F60F9A5F74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Fábrica pintada en azul">
            <a:extLst>
              <a:ext uri="{FF2B5EF4-FFF2-40B4-BE49-F238E27FC236}">
                <a16:creationId xmlns:a16="http://schemas.microsoft.com/office/drawing/2014/main" id="{FFA41486-DB7A-ED6B-A7E8-9CD00A883FE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8" name="Graphic 1">
            <a:extLst>
              <a:ext uri="{FF2B5EF4-FFF2-40B4-BE49-F238E27FC236}">
                <a16:creationId xmlns:a16="http://schemas.microsoft.com/office/drawing/2014/main" id="{D6705569-F545-4F47-A260-A9202826E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2655438" y="838201"/>
            <a:ext cx="7098161" cy="4549051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0BDB562-542B-461B-B982-22AF9E65C1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25473" y="1924619"/>
            <a:ext cx="5541054" cy="1655378"/>
          </a:xfrm>
        </p:spPr>
        <p:txBody>
          <a:bodyPr>
            <a:normAutofit/>
          </a:bodyPr>
          <a:lstStyle/>
          <a:p>
            <a:r>
              <a:rPr lang="es-CO" sz="3700"/>
              <a:t>Del notebook al</a:t>
            </a:r>
            <a:r>
              <a:rPr lang="es-CO" sz="3700" b="1"/>
              <a:t> </a:t>
            </a:r>
            <a:r>
              <a:rPr lang="es-CO" sz="3700" b="1" i="1"/>
              <a:t>pipeline</a:t>
            </a:r>
            <a:r>
              <a:rPr lang="es-CO" sz="3700"/>
              <a:t> reproducible  </a:t>
            </a:r>
            <a:br>
              <a:rPr lang="es-CO" sz="3700"/>
            </a:br>
            <a:endParaRPr lang="es-CO" sz="3700"/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18FEC5BD-BAB7-4B6D-F6E9-504B04AAB3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80419" y="3668285"/>
            <a:ext cx="4431162" cy="1337967"/>
          </a:xfrm>
        </p:spPr>
        <p:txBody>
          <a:bodyPr>
            <a:normAutofit/>
          </a:bodyPr>
          <a:lstStyle/>
          <a:p>
            <a:r>
              <a:rPr lang="es-CO" sz="1500"/>
              <a:t>Hoy convertimos </a:t>
            </a:r>
            <a:r>
              <a:rPr lang="es-CO" sz="1500" err="1"/>
              <a:t>Silver→Dim</a:t>
            </a:r>
            <a:r>
              <a:rPr lang="es-CO" sz="1500"/>
              <a:t>/</a:t>
            </a:r>
            <a:r>
              <a:rPr lang="es-CO" sz="1500" err="1"/>
              <a:t>Fact→Gold→Exports</a:t>
            </a:r>
            <a:r>
              <a:rPr lang="es-CO" sz="1500"/>
              <a:t> en un comando reproducible.</a:t>
            </a:r>
          </a:p>
          <a:p>
            <a:r>
              <a:rPr lang="es-CO" sz="1500"/>
              <a:t>Si no se puede correr con 1 comando, no es pipeline; es un notebook.</a:t>
            </a:r>
          </a:p>
        </p:txBody>
      </p:sp>
    </p:spTree>
    <p:extLst>
      <p:ext uri="{BB962C8B-B14F-4D97-AF65-F5344CB8AC3E}">
        <p14:creationId xmlns:p14="http://schemas.microsoft.com/office/powerpoint/2010/main" val="3034893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23CAE8-9BAF-EB69-627A-4790ED8B7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/>
              <a:t>Problema real: “clics” y errores</a:t>
            </a:r>
            <a:endParaRPr lang="es-CO" dirty="0"/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411E042F-C25B-EC3C-B9AF-9A409C80E46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73019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8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4BFF58B-14E8-E1CB-4767-D7B88DF6A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es-CO" sz="5200" b="1"/>
              <a:t>Arquitectura del pipeline (mapa)</a:t>
            </a:r>
            <a:endParaRPr lang="es-CO" sz="5200"/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06743570-4FC3-EB0A-EF97-4949E81F32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62043682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89994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22297FC-B78F-8D07-0FF5-E661BB682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s-CO" sz="4000" b="1">
                <a:solidFill>
                  <a:srgbClr val="FFFFFF"/>
                </a:solidFill>
              </a:rPr>
              <a:t>La regla clave: </a:t>
            </a:r>
            <a:r>
              <a:rPr lang="es-CO" sz="4000" i="1">
                <a:solidFill>
                  <a:srgbClr val="FFFFFF"/>
                </a:solidFill>
              </a:rPr>
              <a:t>idempotencia</a:t>
            </a:r>
            <a:endParaRPr lang="es-CO" sz="4000">
              <a:solidFill>
                <a:srgbClr val="FFFFFF"/>
              </a:solidFill>
            </a:endParaRP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506EE0A8-34D9-9F76-E4A0-4F04FB4337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7331873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23313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0BC849-3F60-850A-0F1E-83D6A0A76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/>
              <a:t>Estructura del archivo </a:t>
            </a:r>
            <a:r>
              <a:rPr lang="es-CO" b="1" dirty="0">
                <a:latin typeface="Consolas" panose="020B0609020204030204" pitchFamily="49" charset="0"/>
              </a:rPr>
              <a:t>w06_pipeline.py</a:t>
            </a:r>
            <a:endParaRPr lang="es-CO" dirty="0">
              <a:latin typeface="Consolas" panose="020B0609020204030204" pitchFamily="49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B068A99-0ECF-E7AA-D0F7-EA297A52B9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s-CO" dirty="0" err="1"/>
              <a:t>Helpers</a:t>
            </a:r>
            <a:r>
              <a:rPr lang="es-CO" dirty="0"/>
              <a:t>: </a:t>
            </a:r>
            <a:r>
              <a:rPr lang="es-CO" dirty="0">
                <a:latin typeface="Consolas" panose="020B0609020204030204" pitchFamily="49" charset="0"/>
              </a:rPr>
              <a:t>‘log()’</a:t>
            </a:r>
            <a:r>
              <a:rPr lang="es-CO" dirty="0"/>
              <a:t>, </a:t>
            </a:r>
            <a:r>
              <a:rPr lang="es-CO" dirty="0">
                <a:latin typeface="Consolas" panose="020B0609020204030204" pitchFamily="49" charset="0"/>
              </a:rPr>
              <a:t>‘</a:t>
            </a:r>
            <a:r>
              <a:rPr lang="es-CO" dirty="0" err="1">
                <a:latin typeface="Consolas" panose="020B0609020204030204" pitchFamily="49" charset="0"/>
              </a:rPr>
              <a:t>sql_path</a:t>
            </a:r>
            <a:r>
              <a:rPr lang="es-CO" dirty="0">
                <a:latin typeface="Consolas" panose="020B0609020204030204" pitchFamily="49" charset="0"/>
              </a:rPr>
              <a:t>()’</a:t>
            </a:r>
            <a:r>
              <a:rPr lang="es-CO" dirty="0"/>
              <a:t>, </a:t>
            </a:r>
            <a:r>
              <a:rPr lang="es-CO" dirty="0">
                <a:latin typeface="Consolas" panose="020B0609020204030204" pitchFamily="49" charset="0"/>
              </a:rPr>
              <a:t>‘</a:t>
            </a:r>
            <a:r>
              <a:rPr lang="es-CO" dirty="0" err="1">
                <a:latin typeface="Consolas" panose="020B0609020204030204" pitchFamily="49" charset="0"/>
              </a:rPr>
              <a:t>drop_if_exists</a:t>
            </a:r>
            <a:r>
              <a:rPr lang="es-CO" dirty="0">
                <a:latin typeface="Consolas" panose="020B0609020204030204" pitchFamily="49" charset="0"/>
              </a:rPr>
              <a:t>()’</a:t>
            </a:r>
          </a:p>
          <a:p>
            <a:pPr marL="514350" indent="-514350">
              <a:buFont typeface="+mj-lt"/>
              <a:buAutoNum type="arabicPeriod"/>
            </a:pPr>
            <a:r>
              <a:rPr lang="es-CO" dirty="0" err="1"/>
              <a:t>Stage</a:t>
            </a:r>
            <a:r>
              <a:rPr lang="es-CO" dirty="0"/>
              <a:t>: </a:t>
            </a:r>
            <a:r>
              <a:rPr lang="es-CO" dirty="0">
                <a:latin typeface="Consolas" panose="020B0609020204030204" pitchFamily="49" charset="0"/>
              </a:rPr>
              <a:t>‘</a:t>
            </a:r>
            <a:r>
              <a:rPr lang="es-CO" dirty="0" err="1">
                <a:latin typeface="Consolas" panose="020B0609020204030204" pitchFamily="49" charset="0"/>
              </a:rPr>
              <a:t>build_silver</a:t>
            </a:r>
            <a:r>
              <a:rPr lang="es-CO" dirty="0">
                <a:latin typeface="Consolas" panose="020B0609020204030204" pitchFamily="49" charset="0"/>
              </a:rPr>
              <a:t>()’</a:t>
            </a:r>
          </a:p>
          <a:p>
            <a:pPr marL="514350" indent="-514350">
              <a:buFont typeface="+mj-lt"/>
              <a:buAutoNum type="arabicPeriod"/>
            </a:pPr>
            <a:r>
              <a:rPr lang="es-CO" dirty="0" err="1"/>
              <a:t>Stage</a:t>
            </a:r>
            <a:r>
              <a:rPr lang="es-CO" dirty="0"/>
              <a:t>: </a:t>
            </a:r>
            <a:r>
              <a:rPr lang="es-CO" dirty="0">
                <a:latin typeface="Consolas" panose="020B0609020204030204" pitchFamily="49" charset="0"/>
              </a:rPr>
              <a:t>‘</a:t>
            </a:r>
            <a:r>
              <a:rPr lang="es-CO" dirty="0" err="1">
                <a:latin typeface="Consolas" panose="020B0609020204030204" pitchFamily="49" charset="0"/>
              </a:rPr>
              <a:t>build_dims_facts</a:t>
            </a:r>
            <a:r>
              <a:rPr lang="es-CO" dirty="0">
                <a:latin typeface="Consolas" panose="020B0609020204030204" pitchFamily="49" charset="0"/>
              </a:rPr>
              <a:t>()’</a:t>
            </a:r>
          </a:p>
          <a:p>
            <a:pPr marL="514350" indent="-514350">
              <a:buFont typeface="+mj-lt"/>
              <a:buAutoNum type="arabicPeriod"/>
            </a:pPr>
            <a:r>
              <a:rPr lang="es-CO" dirty="0" err="1"/>
              <a:t>Stage</a:t>
            </a:r>
            <a:r>
              <a:rPr lang="es-CO" dirty="0"/>
              <a:t>: </a:t>
            </a:r>
            <a:r>
              <a:rPr lang="es-CO" dirty="0">
                <a:latin typeface="Consolas" panose="020B0609020204030204" pitchFamily="49" charset="0"/>
              </a:rPr>
              <a:t>‘</a:t>
            </a:r>
            <a:r>
              <a:rPr lang="es-CO" dirty="0" err="1">
                <a:latin typeface="Consolas" panose="020B0609020204030204" pitchFamily="49" charset="0"/>
              </a:rPr>
              <a:t>build_gold</a:t>
            </a:r>
            <a:r>
              <a:rPr lang="es-CO" dirty="0">
                <a:latin typeface="Consolas" panose="020B0609020204030204" pitchFamily="49" charset="0"/>
              </a:rPr>
              <a:t>()’</a:t>
            </a:r>
          </a:p>
          <a:p>
            <a:pPr marL="514350" indent="-514350">
              <a:buFont typeface="+mj-lt"/>
              <a:buAutoNum type="arabicPeriod"/>
            </a:pPr>
            <a:r>
              <a:rPr lang="es-CO" dirty="0" err="1"/>
              <a:t>Stage</a:t>
            </a:r>
            <a:r>
              <a:rPr lang="es-CO" dirty="0"/>
              <a:t>: </a:t>
            </a:r>
            <a:r>
              <a:rPr lang="es-CO" dirty="0">
                <a:latin typeface="Consolas" panose="020B0609020204030204" pitchFamily="49" charset="0"/>
              </a:rPr>
              <a:t>‘</a:t>
            </a:r>
            <a:r>
              <a:rPr lang="es-CO" dirty="0" err="1">
                <a:latin typeface="Consolas" panose="020B0609020204030204" pitchFamily="49" charset="0"/>
              </a:rPr>
              <a:t>export_artifacts</a:t>
            </a:r>
            <a:r>
              <a:rPr lang="es-CO" dirty="0">
                <a:latin typeface="Consolas" panose="020B0609020204030204" pitchFamily="49" charset="0"/>
              </a:rPr>
              <a:t>()’</a:t>
            </a:r>
            <a:br>
              <a:rPr lang="es-CO" dirty="0"/>
            </a:br>
            <a:endParaRPr lang="es-CO" dirty="0"/>
          </a:p>
          <a:p>
            <a:pPr marL="0" indent="0">
              <a:buNone/>
            </a:pPr>
            <a:r>
              <a:rPr lang="es-CO" dirty="0"/>
              <a:t>Cada etapa es una función → legible, </a:t>
            </a:r>
            <a:r>
              <a:rPr lang="es-CO" dirty="0" err="1"/>
              <a:t>testeable</a:t>
            </a:r>
            <a:r>
              <a:rPr lang="es-CO" dirty="0"/>
              <a:t>, reusable.</a:t>
            </a:r>
          </a:p>
        </p:txBody>
      </p:sp>
    </p:spTree>
    <p:extLst>
      <p:ext uri="{BB962C8B-B14F-4D97-AF65-F5344CB8AC3E}">
        <p14:creationId xmlns:p14="http://schemas.microsoft.com/office/powerpoint/2010/main" val="517489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9B0AD2C-274A-6042-5AA3-88D76C77A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733" y="548464"/>
            <a:ext cx="6798541" cy="1675623"/>
          </a:xfrm>
        </p:spPr>
        <p:txBody>
          <a:bodyPr anchor="b">
            <a:normAutofit/>
          </a:bodyPr>
          <a:lstStyle/>
          <a:p>
            <a:r>
              <a:rPr lang="es-CO" sz="4000" b="1"/>
              <a:t>El argument parser (CLI) y por qué existe</a:t>
            </a:r>
            <a:endParaRPr lang="es-CO" sz="4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277534-5126-C292-7C0F-6A860934E1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180" r="39974" b="-1"/>
          <a:stretch>
            <a:fillRect/>
          </a:stretch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FC37A2F-7835-4801-155C-19CD0A7FD0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3734" y="2409830"/>
            <a:ext cx="6798539" cy="37052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1900" dirty="0"/>
              <a:t>Un </a:t>
            </a:r>
            <a:r>
              <a:rPr lang="es-ES" sz="1900" i="1" dirty="0" err="1"/>
              <a:t>argument</a:t>
            </a:r>
            <a:r>
              <a:rPr lang="es-ES" sz="1900" i="1" dirty="0"/>
              <a:t> </a:t>
            </a:r>
            <a:r>
              <a:rPr lang="es-ES" sz="1900" i="1" dirty="0" err="1"/>
              <a:t>parser</a:t>
            </a:r>
            <a:r>
              <a:rPr lang="es-ES" sz="1900" dirty="0"/>
              <a:t> es un componente que </a:t>
            </a:r>
            <a:r>
              <a:rPr lang="es-ES" sz="1900" b="1" dirty="0"/>
              <a:t>lee y entiende los parámetros que el usuario escribe en la línea de comandos</a:t>
            </a:r>
            <a:r>
              <a:rPr lang="es-ES" sz="1900" dirty="0"/>
              <a:t> al ejecutar tu script. Convierte esos parámetros en un objeto Python fácil de usar.</a:t>
            </a:r>
          </a:p>
          <a:p>
            <a:r>
              <a:rPr lang="es-ES" sz="1900" dirty="0"/>
              <a:t>Permite que tu programa reciba opciones configurables sin modificar el código.</a:t>
            </a:r>
          </a:p>
          <a:p>
            <a:r>
              <a:rPr lang="es-ES" sz="1900" dirty="0"/>
              <a:t>Valida tipos, valores permitidos y opciones obligatorias.</a:t>
            </a:r>
          </a:p>
          <a:p>
            <a:r>
              <a:rPr lang="es-ES" sz="1900" dirty="0"/>
              <a:t>Genera automáticamente --</a:t>
            </a:r>
            <a:r>
              <a:rPr lang="es-ES" sz="1900" dirty="0" err="1"/>
              <a:t>help</a:t>
            </a:r>
            <a:r>
              <a:rPr lang="es-ES" sz="1900" dirty="0"/>
              <a:t> y mensajes de error claros.</a:t>
            </a:r>
          </a:p>
          <a:p>
            <a:r>
              <a:rPr lang="es-ES" sz="1900" dirty="0"/>
              <a:t>Hace que tu script sea reproducible, flexible e idempotente.</a:t>
            </a:r>
          </a:p>
          <a:p>
            <a:pPr marL="0" indent="0">
              <a:buNone/>
            </a:pPr>
            <a:r>
              <a:rPr lang="es-CO" sz="1900" dirty="0"/>
              <a:t>Un experimento reproducible debe poder correrse con parámetros</a:t>
            </a:r>
          </a:p>
          <a:p>
            <a:pPr marL="0" indent="0">
              <a:buNone/>
            </a:pPr>
            <a:endParaRPr lang="es-CO" sz="1900" dirty="0"/>
          </a:p>
        </p:txBody>
      </p:sp>
    </p:spTree>
    <p:extLst>
      <p:ext uri="{BB962C8B-B14F-4D97-AF65-F5344CB8AC3E}">
        <p14:creationId xmlns:p14="http://schemas.microsoft.com/office/powerpoint/2010/main" val="15253678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1C12182-7D58-E3D5-29FD-C4C19CD67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733" y="548464"/>
            <a:ext cx="6798541" cy="1675623"/>
          </a:xfrm>
        </p:spPr>
        <p:txBody>
          <a:bodyPr anchor="b">
            <a:normAutofit/>
          </a:bodyPr>
          <a:lstStyle/>
          <a:p>
            <a:r>
              <a:rPr lang="es-CO" sz="4000" dirty="0"/>
              <a:t>Ejecutemos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3F96BA-B09D-F33F-9D7A-FCF9627BD6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979" r="28175" b="-1"/>
          <a:stretch>
            <a:fillRect/>
          </a:stretch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FA3113BF-2BB2-86C9-E21B-7ECD4163F5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8607623"/>
              </p:ext>
            </p:extLst>
          </p:nvPr>
        </p:nvGraphicFramePr>
        <p:xfrm>
          <a:off x="4553734" y="2409830"/>
          <a:ext cx="6798539" cy="37052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891645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49BE26-C32A-46F1-95F0-F45AD97B4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/>
              <a:t>Entregables (en clase + tarea)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7FE3CA8-13C0-C39F-574C-83DC4AED18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s-CO" b="1" dirty="0"/>
              <a:t>En clase:</a:t>
            </a:r>
            <a:endParaRPr lang="es-CO" dirty="0"/>
          </a:p>
          <a:p>
            <a:r>
              <a:rPr lang="es-CO" dirty="0">
                <a:latin typeface="Consolas" panose="020B0609020204030204" pitchFamily="49" charset="0"/>
              </a:rPr>
              <a:t>‘</a:t>
            </a:r>
            <a:r>
              <a:rPr lang="es-CO" dirty="0" err="1">
                <a:latin typeface="Consolas" panose="020B0609020204030204" pitchFamily="49" charset="0"/>
              </a:rPr>
              <a:t>docs</a:t>
            </a:r>
            <a:r>
              <a:rPr lang="es-CO" dirty="0">
                <a:latin typeface="Consolas" panose="020B0609020204030204" pitchFamily="49" charset="0"/>
              </a:rPr>
              <a:t>/w06a_run_log.md’ </a:t>
            </a:r>
            <a:r>
              <a:rPr lang="es-CO" dirty="0"/>
              <a:t>(comando + </a:t>
            </a:r>
            <a:r>
              <a:rPr lang="es-CO" dirty="0" err="1"/>
              <a:t>stdout</a:t>
            </a:r>
            <a:r>
              <a:rPr lang="es-CO" dirty="0"/>
              <a:t> + verificación </a:t>
            </a:r>
            <a:r>
              <a:rPr lang="es-CO" dirty="0" err="1"/>
              <a:t>artifacts</a:t>
            </a:r>
            <a:r>
              <a:rPr lang="es-CO" dirty="0"/>
              <a:t>)</a:t>
            </a:r>
          </a:p>
          <a:p>
            <a:r>
              <a:rPr lang="es-CO" dirty="0">
                <a:latin typeface="Consolas" panose="020B0609020204030204" pitchFamily="49" charset="0"/>
              </a:rPr>
              <a:t>‘</a:t>
            </a:r>
            <a:r>
              <a:rPr lang="es-CO" dirty="0" err="1">
                <a:latin typeface="Consolas" panose="020B0609020204030204" pitchFamily="49" charset="0"/>
              </a:rPr>
              <a:t>docs</a:t>
            </a:r>
            <a:r>
              <a:rPr lang="es-CO" dirty="0">
                <a:latin typeface="Consolas" panose="020B0609020204030204" pitchFamily="49" charset="0"/>
              </a:rPr>
              <a:t>/decisions_log.md’ </a:t>
            </a:r>
            <a:r>
              <a:rPr lang="es-CO" dirty="0"/>
              <a:t>(1 entrada con evidencia)</a:t>
            </a:r>
          </a:p>
          <a:p>
            <a:br>
              <a:rPr lang="es-CO" dirty="0"/>
            </a:br>
            <a:endParaRPr lang="es-CO" dirty="0"/>
          </a:p>
          <a:p>
            <a:pPr marL="0" indent="0">
              <a:buNone/>
            </a:pPr>
            <a:r>
              <a:rPr lang="es-CO" b="1" dirty="0"/>
              <a:t>Tarea:</a:t>
            </a:r>
            <a:endParaRPr lang="es-CO" dirty="0"/>
          </a:p>
          <a:p>
            <a:r>
              <a:rPr lang="es-CO" dirty="0"/>
              <a:t>4 corridas por pasos (</a:t>
            </a:r>
            <a:r>
              <a:rPr lang="es-CO" dirty="0" err="1"/>
              <a:t>silver</a:t>
            </a:r>
            <a:r>
              <a:rPr lang="es-CO" dirty="0"/>
              <a:t>/</a:t>
            </a:r>
            <a:r>
              <a:rPr lang="es-CO" dirty="0" err="1"/>
              <a:t>dims</a:t>
            </a:r>
            <a:r>
              <a:rPr lang="es-CO" dirty="0"/>
              <a:t>/</a:t>
            </a:r>
            <a:r>
              <a:rPr lang="es-CO" dirty="0" err="1"/>
              <a:t>gold</a:t>
            </a:r>
            <a:r>
              <a:rPr lang="es-CO" dirty="0"/>
              <a:t>/</a:t>
            </a:r>
            <a:r>
              <a:rPr lang="es-CO" dirty="0" err="1"/>
              <a:t>export</a:t>
            </a:r>
            <a:r>
              <a:rPr lang="es-CO" dirty="0"/>
              <a:t>) + evidencia en </a:t>
            </a:r>
            <a:r>
              <a:rPr lang="es-CO" dirty="0" err="1"/>
              <a:t>run_log</a:t>
            </a:r>
            <a:endParaRPr lang="es-CO" dirty="0"/>
          </a:p>
          <a:p>
            <a:pPr lvl="1"/>
            <a:r>
              <a:rPr lang="es-CO" dirty="0" err="1">
                <a:latin typeface="Consolas" panose="020B0609020204030204" pitchFamily="49" charset="0"/>
              </a:rPr>
              <a:t>artifacts</a:t>
            </a:r>
            <a:r>
              <a:rPr lang="es-CO" dirty="0">
                <a:latin typeface="Consolas" panose="020B0609020204030204" pitchFamily="49" charset="0"/>
              </a:rPr>
              <a:t>/gold_by_discoverymethod.csv</a:t>
            </a:r>
          </a:p>
          <a:p>
            <a:pPr lvl="1"/>
            <a:r>
              <a:rPr lang="es-CO" dirty="0" err="1">
                <a:latin typeface="Consolas" panose="020B0609020204030204" pitchFamily="49" charset="0"/>
              </a:rPr>
              <a:t>artifacts</a:t>
            </a:r>
            <a:r>
              <a:rPr lang="es-CO" dirty="0">
                <a:latin typeface="Consolas" panose="020B0609020204030204" pitchFamily="49" charset="0"/>
              </a:rPr>
              <a:t>/gold_by_host.csv</a:t>
            </a:r>
          </a:p>
          <a:p>
            <a:pPr lvl="1"/>
            <a:r>
              <a:rPr lang="es-CO" dirty="0">
                <a:latin typeface="Consolas" panose="020B0609020204030204" pitchFamily="49" charset="0"/>
              </a:rPr>
              <a:t>logs (</a:t>
            </a:r>
            <a:r>
              <a:rPr lang="es-CO" dirty="0" err="1">
                <a:latin typeface="Consolas" panose="020B0609020204030204" pitchFamily="49" charset="0"/>
              </a:rPr>
              <a:t>stdout</a:t>
            </a:r>
            <a:r>
              <a:rPr lang="es-CO" dirty="0">
                <a:latin typeface="Consolas" panose="020B0609020204030204" pitchFamily="49" charset="0"/>
              </a:rPr>
              <a:t>)</a:t>
            </a:r>
          </a:p>
          <a:p>
            <a:pPr lvl="1"/>
            <a:r>
              <a:rPr lang="es-CO" dirty="0" err="1">
                <a:latin typeface="Consolas" panose="020B0609020204030204" pitchFamily="49" charset="0"/>
              </a:rPr>
              <a:t>decisions_log</a:t>
            </a:r>
            <a:r>
              <a:rPr lang="es-CO" dirty="0"/>
              <a:t> (1 decisión + evidencia)</a:t>
            </a:r>
          </a:p>
          <a:p>
            <a:r>
              <a:rPr lang="es-CO" dirty="0" err="1"/>
              <a:t>Update</a:t>
            </a:r>
            <a:r>
              <a:rPr lang="es-CO" dirty="0"/>
              <a:t> breve a </a:t>
            </a:r>
            <a:r>
              <a:rPr lang="es-CO" dirty="0">
                <a:latin typeface="Consolas" panose="020B0609020204030204" pitchFamily="49" charset="0"/>
              </a:rPr>
              <a:t>‘data_contract.md’ </a:t>
            </a:r>
            <a:r>
              <a:rPr lang="es-CO" dirty="0"/>
              <a:t>en sección “Ejecución” (Como ejecutar)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89812748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546</Words>
  <Application>Microsoft Office PowerPoint</Application>
  <PresentationFormat>Panorámica</PresentationFormat>
  <Paragraphs>59</Paragraphs>
  <Slides>8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Consolas</vt:lpstr>
      <vt:lpstr>Tema de Office</vt:lpstr>
      <vt:lpstr>Del notebook al pipeline reproducible   </vt:lpstr>
      <vt:lpstr>Problema real: “clics” y errores</vt:lpstr>
      <vt:lpstr>Arquitectura del pipeline (mapa)</vt:lpstr>
      <vt:lpstr>La regla clave: idempotencia</vt:lpstr>
      <vt:lpstr>Estructura del archivo w06_pipeline.py</vt:lpstr>
      <vt:lpstr>El argument parser (CLI) y por qué existe</vt:lpstr>
      <vt:lpstr>Ejecutemos</vt:lpstr>
      <vt:lpstr>Entregables (en clase + tarea)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Santiago	 Echeverri Arteaga</dc:creator>
  <cp:lastModifiedBy>Santiago	 Echeverri Arteaga</cp:lastModifiedBy>
  <cp:revision>3</cp:revision>
  <dcterms:created xsi:type="dcterms:W3CDTF">2026-01-21T23:58:20Z</dcterms:created>
  <dcterms:modified xsi:type="dcterms:W3CDTF">2026-01-28T02:15:41Z</dcterms:modified>
</cp:coreProperties>
</file>